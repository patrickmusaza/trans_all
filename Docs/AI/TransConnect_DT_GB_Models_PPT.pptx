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TransConnect – Machine Learning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 Tree &amp; Gradient Boosting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Regression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non-linear model</a:t>
            </a:r>
          </a:p>
          <a:p>
            <a:r>
              <a:t>• Splits data into rules based on thresholds</a:t>
            </a:r>
          </a:p>
          <a:p>
            <a:r>
              <a:t>• Easy to interpret and visualize</a:t>
            </a:r>
          </a:p>
          <a:p>
            <a:r>
              <a:t>• Fast to train, good for quick predictions</a:t>
            </a:r>
          </a:p>
          <a:p/>
          <a:p>
            <a:r>
              <a:t>Use Cases in TransConnect:</a:t>
            </a:r>
          </a:p>
          <a:p>
            <a:r>
              <a:t>• Predicting travel time by condition (traffic vs normal)</a:t>
            </a:r>
          </a:p>
          <a:p>
            <a:r>
              <a:t>• Detecting unusual stops or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– 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• Simple and interpretable</a:t>
            </a:r>
          </a:p>
          <a:p>
            <a:r>
              <a:t>• Handles non-linear data</a:t>
            </a:r>
          </a:p>
          <a:p>
            <a:r>
              <a:t>• Works well with small datasets</a:t>
            </a:r>
          </a:p>
          <a:p/>
          <a:p>
            <a:r>
              <a:t>Disadvantages:</a:t>
            </a:r>
          </a:p>
          <a:p>
            <a:r>
              <a:t>• Can overfit without pruning</a:t>
            </a:r>
          </a:p>
          <a:p>
            <a:r>
              <a:t>• Unstable with small changes in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 Regression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Ensemble model of many decision trees</a:t>
            </a:r>
          </a:p>
          <a:p>
            <a:r>
              <a:t>• Learns sequentially: each tree corrects previous errors</a:t>
            </a:r>
          </a:p>
          <a:p>
            <a:r>
              <a:t>• Very powerful for structured data</a:t>
            </a:r>
          </a:p>
          <a:p/>
          <a:p>
            <a:r>
              <a:t>Use Cases in TransConnect:</a:t>
            </a:r>
          </a:p>
          <a:p>
            <a:r>
              <a:t>• High‑accuracy ETA prediction</a:t>
            </a:r>
          </a:p>
          <a:p>
            <a:r>
              <a:t>• Modeling traffic effects on travel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 – 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• High prediction accuracy</a:t>
            </a:r>
          </a:p>
          <a:p>
            <a:r>
              <a:t>• Handles complex relationships</a:t>
            </a:r>
          </a:p>
          <a:p>
            <a:r>
              <a:t>• Great for time‑based forecasting</a:t>
            </a:r>
          </a:p>
          <a:p/>
          <a:p>
            <a:r>
              <a:t>Disadvantages:</a:t>
            </a:r>
          </a:p>
          <a:p>
            <a:r>
              <a:t>• Slower training</a:t>
            </a:r>
          </a:p>
          <a:p>
            <a:r>
              <a:t>• Sensitive to hyperparameters</a:t>
            </a:r>
          </a:p>
          <a:p>
            <a:r>
              <a:t>• Can overfit if not tuned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– Which Model Fits TransConnect?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Tree:</a:t>
            </a:r>
          </a:p>
          <a:p>
            <a:r>
              <a:t>• Good for quick rule‑based predictions</a:t>
            </a:r>
          </a:p>
          <a:p>
            <a:r>
              <a:t>• Easy to interpret</a:t>
            </a:r>
          </a:p>
          <a:p/>
          <a:p>
            <a:r>
              <a:t>Gradient Boosting:</a:t>
            </a:r>
          </a:p>
          <a:p>
            <a:r>
              <a:t>• Best accuracy</a:t>
            </a:r>
          </a:p>
          <a:p>
            <a:r>
              <a:t>• Ideal for real‑time ETA predictions</a:t>
            </a:r>
          </a:p>
          <a:p/>
          <a:p>
            <a:r>
              <a:t>Recommendation:</a:t>
            </a:r>
          </a:p>
          <a:p>
            <a:r>
              <a:t>• Use Gradient Boosting for final production ETA model</a:t>
            </a:r>
          </a:p>
          <a:p>
            <a:r>
              <a:t>• Keep Decision Tree for explainability &amp; debugging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
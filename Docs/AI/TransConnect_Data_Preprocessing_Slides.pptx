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– TransConnect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Purpose: Ensure accuracy and consistency of bus stop and route data.</a:t>
            </a:r>
          </a:p>
          <a:p>
            <a:pPr/>
          </a:p>
          <a:p>
            <a:pPr/>
            <a:r>
              <a:t>• Identify missing values: Fill or remove missing GPS coordinates.</a:t>
            </a:r>
          </a:p>
          <a:p>
            <a:pPr/>
            <a:r>
              <a:t>• Handle duplicates: Remove repeated stops (e.g., Masaka Rd_1, Masaka Rd_2).</a:t>
            </a:r>
          </a:p>
          <a:p>
            <a:pPr/>
            <a:r>
              <a:t>• Standardize formats: Convert 'S1.97922' → '-1.97922'.</a:t>
            </a:r>
          </a:p>
          <a:p>
            <a:pPr/>
            <a:r>
              <a:t>• Fix inconsistent names: Keep uniform naming like 'KK 3 Rd 15'.</a:t>
            </a:r>
          </a:p>
          <a:p>
            <a:pPr/>
          </a:p>
          <a:p>
            <a:pPr/>
            <a:r>
              <a:t>✅ Result: Clean, reliable GPS data for live tracking.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Integration – TransConnect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Purpose: Combine static and real-time data sources.</a:t>
            </a:r>
          </a:p>
          <a:p>
            <a:pPr/>
          </a:p>
          <a:p>
            <a:pPr/>
            <a:r>
              <a:t>• Merge route files like 'Kabuga–Nyabugogo' and 'Nyabugogo–Kabuga'.</a:t>
            </a:r>
          </a:p>
          <a:p>
            <a:pPr/>
            <a:r>
              <a:t>• Integrate static route info with live GPS data.</a:t>
            </a:r>
          </a:p>
          <a:p>
            <a:pPr/>
            <a:r>
              <a:t>• Ensure consistent column naming (Stop_ID, Latitude, Longitude).</a:t>
            </a:r>
          </a:p>
          <a:p>
            <a:pPr/>
          </a:p>
          <a:p>
            <a:pPr/>
            <a:r>
              <a:t>✅ Result: Unified dataset for route visualization and schedule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Reduction – TransConnect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Purpose: Simplify data for faster performance.</a:t>
            </a:r>
          </a:p>
          <a:p>
            <a:pPr/>
          </a:p>
          <a:p>
            <a:pPr/>
            <a:r>
              <a:t>• Remove redundant columns or duplicate entries.</a:t>
            </a:r>
          </a:p>
          <a:p>
            <a:pPr/>
            <a:r>
              <a:t>• Keep essential fields: Stop Name, Latitude, Longitude, Route_ID.</a:t>
            </a:r>
          </a:p>
          <a:p>
            <a:pPr/>
            <a:r>
              <a:t>• Aggregate GPS points (e.g., average every 10 seconds).</a:t>
            </a:r>
          </a:p>
          <a:p>
            <a:pPr/>
          </a:p>
          <a:p>
            <a:pPr/>
            <a:r>
              <a:t>✅ Result: Faster app speed and smoother live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Transformation – TransConnect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Purpose: Convert data into usable formats.</a:t>
            </a:r>
          </a:p>
          <a:p>
            <a:pPr/>
          </a:p>
          <a:p>
            <a:pPr/>
            <a:r>
              <a:t>• Convert text coordinates to numeric for plotting.</a:t>
            </a:r>
          </a:p>
          <a:p>
            <a:pPr/>
            <a:r>
              <a:t>• Scale data (e.g., speed, distance) for model training.</a:t>
            </a:r>
          </a:p>
          <a:p>
            <a:pPr/>
            <a:r>
              <a:t>• Label encode routes or categories for analysis.</a:t>
            </a:r>
          </a:p>
          <a:p>
            <a:pPr/>
          </a:p>
          <a:p>
            <a:pPr/>
            <a:r>
              <a:t>✅ Result: Standardized numeric data for visualization and ML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Discretization – TransConnect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Purpose: Simplify continuous data into categories.</a:t>
            </a:r>
          </a:p>
          <a:p>
            <a:pPr/>
          </a:p>
          <a:p>
            <a:pPr/>
            <a:r>
              <a:t>• Example: Vehicle Speed or Time of Day.</a:t>
            </a:r>
          </a:p>
          <a:p>
            <a:pPr/>
            <a:r>
              <a:t>• Categorize speeds: 0–10 km/h = Slow, 10–40 km/h = Normal, &gt;40 km/h = Fast.</a:t>
            </a:r>
          </a:p>
          <a:p>
            <a:pPr/>
            <a:r>
              <a:t>• Time bins: Morning, Afternoon, Evening.</a:t>
            </a:r>
          </a:p>
          <a:p>
            <a:pPr/>
          </a:p>
          <a:p>
            <a:pPr/>
            <a:r>
              <a:t>✅ Result: Easier analysis of congestion and travel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Augmentation – TransConnect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Purpose: Enrich dataset with synthetic variations.</a:t>
            </a:r>
          </a:p>
          <a:p>
            <a:pPr/>
          </a:p>
          <a:p>
            <a:pPr/>
            <a:r>
              <a:t>• Simulate bus delays or GPS noise for training/testing.</a:t>
            </a:r>
          </a:p>
          <a:p>
            <a:pPr/>
            <a:r>
              <a:t>• Duplicate past trips with random delays.</a:t>
            </a:r>
          </a:p>
          <a:p>
            <a:pPr/>
            <a:r>
              <a:t>• Create synthetic GPS paths for missing data.</a:t>
            </a:r>
          </a:p>
          <a:p>
            <a:pPr/>
          </a:p>
          <a:p>
            <a:pPr/>
            <a:r>
              <a:t>✅ Result: More robust and reliable transit prediction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
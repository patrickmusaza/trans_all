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learning model</a:t>
            </a:r>
          </a:p>
          <a:p>
            <a:r>
              <a:t>• Splits data using feature thresholds</a:t>
            </a:r>
          </a:p>
          <a:p>
            <a:r>
              <a:t>• Advantages: simple, interpretable, non-linear</a:t>
            </a:r>
          </a:p>
          <a:p>
            <a:r>
              <a:t>• Disadvantages: can overfit without pruning</a:t>
            </a:r>
          </a:p>
          <a:p>
            <a:r>
              <a:t>• Use cases for TransConnect:</a:t>
            </a:r>
          </a:p>
          <a:p>
            <a:r>
              <a:t>   - Predict travel time per segment</a:t>
            </a:r>
          </a:p>
          <a:p>
            <a:r>
              <a:t>   - Detect traffic pattern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Ensemble model built from sequential decision trees</a:t>
            </a:r>
          </a:p>
          <a:p>
            <a:r>
              <a:t>• Each tree corrects errors of previous one</a:t>
            </a:r>
          </a:p>
          <a:p>
            <a:r>
              <a:t>• Advantages: very accurate, handles complex relationships</a:t>
            </a:r>
          </a:p>
          <a:p>
            <a:r>
              <a:t>• Disadvantages: slower training, sensitive to hyperparameters</a:t>
            </a:r>
          </a:p>
          <a:p>
            <a:r>
              <a:t>• Use cases for TransConnect:</a:t>
            </a:r>
          </a:p>
          <a:p>
            <a:r>
              <a:t>   - High‑accuracy ETA prediction</a:t>
            </a:r>
          </a:p>
          <a:p>
            <a:r>
              <a:t>   - Peak vs off‑peak travel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
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8"/>
  </p:handout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2CEA8C-AE1D-C46D-A63F-5A497E0B52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43C8E-F542-3EF9-9A41-BA2F0B2AB9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43DFC-3703-4267-AA46-91B79B981A2B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FAC87C-98DF-4624-2B25-4DAC8EAB67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6F98B5-06B8-237D-3F23-327240476E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C6F265-5DAF-496C-A1DB-18AAC4D1D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119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328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13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95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23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01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43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18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70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4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64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062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0787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3911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98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724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4477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571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CD5A746-5D95-45CE-9D2E-A298ED24DE3C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6207A-285D-4B3E-8676-0558DD99B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630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491A60-755F-40FB-A1F1-526BFF0C3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TransConnect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F4511F-74CE-6DE9-4357-B1499F59B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TransConnect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Revolutionizing Public Transportation in Rwanda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Innovating public transport with real-time geolocation, AI, and NFC integration.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Presented by: [Your Name]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Date: [Insert Date]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468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59E78-5101-85FC-5B89-3320FEBAA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A7421-A104-CD59-9984-E69FB7758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Our Solution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Features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Real-Time Geolocation</a:t>
            </a:r>
            <a:endParaRPr lang="en-US" sz="18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Online Bus Booking</a:t>
            </a:r>
            <a:endParaRPr lang="en-US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Passenger Monitoring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Speed Tracking</a:t>
            </a:r>
            <a:endParaRPr lang="en-US" sz="18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NFC Payment Integration</a:t>
            </a:r>
            <a:endParaRPr lang="en-US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 Crowd Management</a:t>
            </a:r>
            <a:endParaRPr lang="en-US" sz="18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Target Audience</a:t>
            </a:r>
            <a:endParaRPr lang="en-US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Implementation Plan</a:t>
            </a:r>
            <a:endParaRPr lang="en-US" sz="18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Financial Model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Expected Impact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21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2A027-878A-4432-86AB-F4BAACA1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9F585-D531-8A72-56BC-446C2D41B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Challenges in Public Transportation: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Uncertainty in bus availability and schedules.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Overcrowding at main stations and bus stops.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Inefficient manual booking systems.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Lack of real-time passenger and speed monitoring.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Limited integration of technology for payments and operations.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199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F2B73-5B9E-4516-13D6-73DDB2A33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Our Solution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9A01B-0B84-1E19-5487-1469B7BC9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Introducing 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TransConnect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comprehensive digital platform addressing public transportation challenges in Rwanda.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Features include bus route availability, booking system, passenger monitoring, speed tracking, NFC-based payments, and AI-based crowd management.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250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AAB8D-2708-C4D6-6496-328DBF8FB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0B841-E068-17D6-E836-D9A6BE2A3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Core Functionalities of 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TransConnect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Real-Time Geolocation: Track buses in real time.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 Booking System: Book seats online via app.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Passenger Monitoring: Use sensors to count passengers onboard.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Speed Tracking: Monitor bus speed for safety.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NFC Payments: Seamless payment with mobile devices.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 Management: Optimize boarding processes at stations and stops.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3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ABB8F-A139-3A12-BF3C-803AF29A2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Real-Time Geolocation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8C4B2-9BD1-B4AB-FA47-E8A2DC2FF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Benefits: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Accurate bus location updates.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Reduced waiting times for passengers.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Improved route management for operators.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Enhanced service reliability.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525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CE8A5-1989-7367-F1AF-DE0B3FE7A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Online Bus Booking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059B6-E14C-082A-5737-D5109FC64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Features: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Easy seat reservation through a mobile app.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View seat availability in real-time.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Avoid overcrowding and ensure convenience.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337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26788-3CB9-5C52-5098-2F1840227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Passenger Monitoring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C7002-42BE-7C59-E95A-A9D903A57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Sensor-Based System: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 passengers onboard in real-time.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 available capacity to passengers.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 boarding and operational efficiency.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107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CB226-F967-DF52-EB71-40455F47A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Speed Tracking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CA138-F487-F731-8798-2254B29D5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Geolocation-Based Monitoring: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Ensure buses adhere to speed limits.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Enhance passenger safety.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Monitor driver behavior for better compliance.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753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01BB2-57A9-9273-603C-C1AE7942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NFC Payment Integration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EAD4F-6E8B-2222-828F-1B4C3D949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Seamless Transactions: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mobile devices for quick, contactless payments.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Eliminate the need for cash handling.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Integrate with existing mobile payment systems.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263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4407-DFD5-6D90-7D7D-75FEBF017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 Crowd Management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71F94-0DA0-74AD-9FD4-F7AF51F66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AI-Driven Optimization: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Balance passengers between main stations and bus stops.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Predict peak times and adjust bus availability.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 overcrowding and enhance commuter experience.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584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4002-9859-1202-970A-E47493E69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Target Audience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C390E-21AA-CAF1-3895-72730118D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Who Benefits from 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TransConnect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Commuters: Convenience, reliability, and safety.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Transport Operators: Streamlined operations and revenue growth.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Government &amp; Authorities: Improved urban mobility and reduced traffic congestion.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238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71F3E-68BC-DE43-0D32-60C6F8E28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Implementation Plan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9BDDF-9101-1A62-5876-4A0F79E3B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Phase-Wise Deployment: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Prototype Development (3-6 months).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Pilot Testing in Key Cities (6 months).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Full-Scale Deployment (12 months).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 Upgrades and Support.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367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4F4D-2ECE-8C00-650E-39DD2FAD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Financial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E9A45-E01C-8D2E-6515-11FAB6D30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Revenue Streams: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Subscription fees for operators.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Transaction fees for NFC payments.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Advertising opportunities on the platform.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7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FA259-38FE-3898-0C02-F74DCFBEA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Expected Impact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5E0F6-1535-4B9B-1BC9-B552E078D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Transforming Public Transportation: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 waiting times by 30%.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Increase passenger satisfaction by 50%.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 safety and efficiency in the public transport sector.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Encourage sustainable urban mobility.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849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589F1F-0699-9880-6787-52ACF4B53CF6}"/>
              </a:ext>
            </a:extLst>
          </p:cNvPr>
          <p:cNvSpPr txBox="1"/>
          <p:nvPr/>
        </p:nvSpPr>
        <p:spPr>
          <a:xfrm>
            <a:off x="840827" y="1099361"/>
            <a:ext cx="6096000" cy="1868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Us in Revolutionizing Transport in Rwanda!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Together, we can make commuting smarter, safer, and more efficient.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Contact: [Your Email Address]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Thank You!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3156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528</Words>
  <Application>Microsoft Office PowerPoint</Application>
  <PresentationFormat>Widescreen</PresentationFormat>
  <Paragraphs>95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Century Gothic</vt:lpstr>
      <vt:lpstr>Symbol</vt:lpstr>
      <vt:lpstr>Wingdings 3</vt:lpstr>
      <vt:lpstr>Ion</vt:lpstr>
      <vt:lpstr>TransConnect</vt:lpstr>
      <vt:lpstr>Course Outline</vt:lpstr>
      <vt:lpstr>Problem Statement </vt:lpstr>
      <vt:lpstr>Our Solution</vt:lpstr>
      <vt:lpstr>Key Features</vt:lpstr>
      <vt:lpstr>Real-Time Geolocation</vt:lpstr>
      <vt:lpstr>Online Bus Booking </vt:lpstr>
      <vt:lpstr>Passenger Monitoring</vt:lpstr>
      <vt:lpstr>Speed Tracking</vt:lpstr>
      <vt:lpstr>NFC Payment Integration </vt:lpstr>
      <vt:lpstr>AI Crowd Management </vt:lpstr>
      <vt:lpstr>Target Audience</vt:lpstr>
      <vt:lpstr>Implementation Plan </vt:lpstr>
      <vt:lpstr>Financial Model</vt:lpstr>
      <vt:lpstr>Expected Impact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MUSAZA</dc:creator>
  <cp:lastModifiedBy>PATRICK MUSAZA</cp:lastModifiedBy>
  <cp:revision>2</cp:revision>
  <dcterms:created xsi:type="dcterms:W3CDTF">2024-12-27T11:41:46Z</dcterms:created>
  <dcterms:modified xsi:type="dcterms:W3CDTF">2024-12-27T11:42:59Z</dcterms:modified>
</cp:coreProperties>
</file>
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handoutMasterIdLst>
    <p:handoutMasterId r:id="rId19"/>
  </p:handoutMasterIdLst>
  <p:sldIdLst>
    <p:sldId id="257" r:id="rId2"/>
    <p:sldId id="260" r:id="rId3"/>
    <p:sldId id="263" r:id="rId4"/>
    <p:sldId id="256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156" y="1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2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2CEA8C-AE1D-C46D-A63F-5A497E0B528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43C8E-F542-3EF9-9A41-BA2F0B2AB9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43DFC-3703-4267-AA46-91B79B981A2B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FAC87C-98DF-4624-2B25-4DAC8EAB67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6F98B5-06B8-237D-3F23-327240476E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C6F265-5DAF-496C-A1DB-18AAC4D1D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119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C2DFB-C4EB-F8D3-22DE-8CEDBCA83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D41CAE-B930-30C5-42CE-379FFF654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7F968-1A36-DA34-D23E-F1BA48D0F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7549E-4369-9226-1225-E81E596E0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8B9CB-E0CB-C4C9-B0F8-26D36584C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20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A8E13-E8FB-9AF2-8AD2-6553270DC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B7503-FEA3-A114-4F55-11B16D7D6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4C3CB-E504-AAD3-C2AB-0300D0290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DEEC4-D12B-C875-C36E-ABA33EBA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1C158-97C1-2A05-E518-A7964CF33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68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FF987-7993-60E5-49BD-111F41E18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84C13-978D-D294-6F1C-E2A28B08E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4E89E-3DC0-8CBE-5A1A-0B1493B49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48285-00BB-DDB6-85DE-FD1F16557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02965-7141-7C2C-6670-E3F82009F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595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D72F9-5EAD-71C1-E732-0C7B5D94C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764ED-136C-A0D6-71F6-A2DDD1CB1D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05030-3126-58D7-4156-DD89867A1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5586F-A8B2-2BD9-15E6-76C1082C9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F582A-E917-2EA1-BE45-35DBC58E0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651F3-A1FB-E807-AAA5-1FB99CB70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6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16C99-D59C-3DAC-B65F-4B2C4A2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64BDA-9E88-9AA5-0F8B-51CD4A5AD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55795-1CDA-C475-895F-02159828A2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8C585-8FC4-3247-05B3-EB561A94BD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EF85BE-BD0B-2906-AC11-013A6D2F0E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115264-5E3B-73C6-4810-45D085F4A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6334DB-7513-FFD9-4AA1-F1FD15FF6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722DFC-3166-4497-AE34-83CABEC67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81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EED1E-325C-4357-6BE4-3299E260D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625039-9ACF-4287-EF73-86DBB16BD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3E711-3D71-8C51-CF2A-C350EA766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D2D0F4-BE5C-1AB5-DBC2-07E90ED80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57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F103D2-732B-3B86-D55C-B5151F1B7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8DB073-938A-73BD-F86B-02713556A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2D657-A67C-2488-2277-370ABE79E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005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F4AE-2BA4-6B4D-828D-FB023DA2C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1002A-F6D9-E654-7E8B-D4A72CD1B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B703F2-B280-707F-8DF8-810FA92E7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FB1A0-4B6A-98A8-76B6-C234E672C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56198-DD05-382F-E0EA-63AC8F41B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2B0867-3694-B280-235E-18FB2CC6A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96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CA87F-8635-3CEA-0EE1-B4E3A3E4B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60909F-4E64-D8DE-F0E4-4D52F9B735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EEA82-9E4D-D565-E3E0-78E6508F3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900FE-42C4-E4AB-8302-B1D5F97FE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66E7B-8075-FF9B-789D-9A69056CA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933EB-5005-899B-9BB7-0F0EAE9D1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53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8E7EA-29B0-3D92-7704-5A22423F3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C2D82F-8C1C-39A4-B80E-3F5B1819D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C9D0B-B9DD-CAF4-DA86-DD283772B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C7DA2-02C0-FA9E-91AD-64B8DE68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BA159-424C-BAB6-40F8-D84D1CD84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071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1F9BD8-C038-0D11-61AB-702ABEBA23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8B7FB2-C4B8-F616-1B8D-5EDD9A7B8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73735-9CE7-D492-59C7-2049D9CEF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CA0E0-19D5-E8BE-B317-8CF261611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AB5F0-2222-3BBA-EC81-1B2F1E207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334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272005-5B53-5531-DCDE-F55607FB4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ABF4B-740B-590F-7A23-1F3854BDB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FEE83-AABF-1156-7389-E3A635A85C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15DEE-20D4-F599-9D5C-BB4C0238E9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0A540-460B-9E71-7D88-9D55994143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839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34" Type="http://schemas.openxmlformats.org/officeDocument/2006/relationships/image" Target="../media/image8.sv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image" Target="../media/image7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image" Target="../media/image3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image" Target="../media/image6.sv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image" Target="../media/image2.sv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image" Target="../media/image5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image" Target="../media/image1.png"/><Relationship Id="rId30" Type="http://schemas.openxmlformats.org/officeDocument/2006/relationships/image" Target="../media/image4.svg"/><Relationship Id="rId8" Type="http://schemas.openxmlformats.org/officeDocument/2006/relationships/tags" Target="../tags/tag8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tags" Target="../tags/tag51.xml"/><Relationship Id="rId21" Type="http://schemas.openxmlformats.org/officeDocument/2006/relationships/tags" Target="../tags/tag46.xml"/><Relationship Id="rId42" Type="http://schemas.openxmlformats.org/officeDocument/2006/relationships/tags" Target="../tags/tag67.xml"/><Relationship Id="rId47" Type="http://schemas.openxmlformats.org/officeDocument/2006/relationships/tags" Target="../tags/tag72.xml"/><Relationship Id="rId63" Type="http://schemas.openxmlformats.org/officeDocument/2006/relationships/tags" Target="../tags/tag88.xml"/><Relationship Id="rId68" Type="http://schemas.openxmlformats.org/officeDocument/2006/relationships/image" Target="../media/image11.svg"/><Relationship Id="rId84" Type="http://schemas.openxmlformats.org/officeDocument/2006/relationships/image" Target="../media/image27.svg"/><Relationship Id="rId89" Type="http://schemas.openxmlformats.org/officeDocument/2006/relationships/image" Target="../media/image32.png"/><Relationship Id="rId16" Type="http://schemas.openxmlformats.org/officeDocument/2006/relationships/tags" Target="../tags/tag41.xml"/><Relationship Id="rId11" Type="http://schemas.openxmlformats.org/officeDocument/2006/relationships/tags" Target="../tags/tag36.xml"/><Relationship Id="rId32" Type="http://schemas.openxmlformats.org/officeDocument/2006/relationships/tags" Target="../tags/tag57.xml"/><Relationship Id="rId37" Type="http://schemas.openxmlformats.org/officeDocument/2006/relationships/tags" Target="../tags/tag62.xml"/><Relationship Id="rId53" Type="http://schemas.openxmlformats.org/officeDocument/2006/relationships/tags" Target="../tags/tag78.xml"/><Relationship Id="rId58" Type="http://schemas.openxmlformats.org/officeDocument/2006/relationships/tags" Target="../tags/tag83.xml"/><Relationship Id="rId74" Type="http://schemas.openxmlformats.org/officeDocument/2006/relationships/image" Target="../media/image17.svg"/><Relationship Id="rId79" Type="http://schemas.openxmlformats.org/officeDocument/2006/relationships/image" Target="../media/image22.png"/><Relationship Id="rId5" Type="http://schemas.openxmlformats.org/officeDocument/2006/relationships/tags" Target="../tags/tag30.xml"/><Relationship Id="rId90" Type="http://schemas.openxmlformats.org/officeDocument/2006/relationships/image" Target="../media/image33.svg"/><Relationship Id="rId14" Type="http://schemas.openxmlformats.org/officeDocument/2006/relationships/tags" Target="../tags/tag39.xml"/><Relationship Id="rId22" Type="http://schemas.openxmlformats.org/officeDocument/2006/relationships/tags" Target="../tags/tag47.xml"/><Relationship Id="rId27" Type="http://schemas.openxmlformats.org/officeDocument/2006/relationships/tags" Target="../tags/tag52.xml"/><Relationship Id="rId30" Type="http://schemas.openxmlformats.org/officeDocument/2006/relationships/tags" Target="../tags/tag55.xml"/><Relationship Id="rId35" Type="http://schemas.openxmlformats.org/officeDocument/2006/relationships/tags" Target="../tags/tag60.xml"/><Relationship Id="rId43" Type="http://schemas.openxmlformats.org/officeDocument/2006/relationships/tags" Target="../tags/tag68.xml"/><Relationship Id="rId48" Type="http://schemas.openxmlformats.org/officeDocument/2006/relationships/tags" Target="../tags/tag73.xml"/><Relationship Id="rId56" Type="http://schemas.openxmlformats.org/officeDocument/2006/relationships/tags" Target="../tags/tag81.xml"/><Relationship Id="rId64" Type="http://schemas.openxmlformats.org/officeDocument/2006/relationships/tags" Target="../tags/tag89.xml"/><Relationship Id="rId69" Type="http://schemas.openxmlformats.org/officeDocument/2006/relationships/image" Target="../media/image12.png"/><Relationship Id="rId77" Type="http://schemas.openxmlformats.org/officeDocument/2006/relationships/image" Target="../media/image20.png"/><Relationship Id="rId8" Type="http://schemas.openxmlformats.org/officeDocument/2006/relationships/tags" Target="../tags/tag33.xml"/><Relationship Id="rId51" Type="http://schemas.openxmlformats.org/officeDocument/2006/relationships/tags" Target="../tags/tag76.xml"/><Relationship Id="rId72" Type="http://schemas.openxmlformats.org/officeDocument/2006/relationships/image" Target="../media/image15.svg"/><Relationship Id="rId80" Type="http://schemas.openxmlformats.org/officeDocument/2006/relationships/image" Target="../media/image23.svg"/><Relationship Id="rId85" Type="http://schemas.openxmlformats.org/officeDocument/2006/relationships/image" Target="../media/image28.png"/><Relationship Id="rId3" Type="http://schemas.openxmlformats.org/officeDocument/2006/relationships/tags" Target="../tags/tag28.xml"/><Relationship Id="rId12" Type="http://schemas.openxmlformats.org/officeDocument/2006/relationships/tags" Target="../tags/tag37.xml"/><Relationship Id="rId17" Type="http://schemas.openxmlformats.org/officeDocument/2006/relationships/tags" Target="../tags/tag42.xml"/><Relationship Id="rId25" Type="http://schemas.openxmlformats.org/officeDocument/2006/relationships/tags" Target="../tags/tag50.xml"/><Relationship Id="rId33" Type="http://schemas.openxmlformats.org/officeDocument/2006/relationships/tags" Target="../tags/tag58.xml"/><Relationship Id="rId38" Type="http://schemas.openxmlformats.org/officeDocument/2006/relationships/tags" Target="../tags/tag63.xml"/><Relationship Id="rId46" Type="http://schemas.openxmlformats.org/officeDocument/2006/relationships/tags" Target="../tags/tag71.xml"/><Relationship Id="rId59" Type="http://schemas.openxmlformats.org/officeDocument/2006/relationships/tags" Target="../tags/tag84.xml"/><Relationship Id="rId67" Type="http://schemas.openxmlformats.org/officeDocument/2006/relationships/image" Target="../media/image10.png"/><Relationship Id="rId20" Type="http://schemas.openxmlformats.org/officeDocument/2006/relationships/tags" Target="../tags/tag45.xml"/><Relationship Id="rId41" Type="http://schemas.openxmlformats.org/officeDocument/2006/relationships/tags" Target="../tags/tag66.xml"/><Relationship Id="rId54" Type="http://schemas.openxmlformats.org/officeDocument/2006/relationships/tags" Target="../tags/tag79.xml"/><Relationship Id="rId62" Type="http://schemas.openxmlformats.org/officeDocument/2006/relationships/tags" Target="../tags/tag87.xml"/><Relationship Id="rId70" Type="http://schemas.openxmlformats.org/officeDocument/2006/relationships/image" Target="../media/image13.svg"/><Relationship Id="rId75" Type="http://schemas.openxmlformats.org/officeDocument/2006/relationships/image" Target="../media/image18.png"/><Relationship Id="rId83" Type="http://schemas.openxmlformats.org/officeDocument/2006/relationships/image" Target="../media/image26.png"/><Relationship Id="rId88" Type="http://schemas.openxmlformats.org/officeDocument/2006/relationships/image" Target="../media/image31.svg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5" Type="http://schemas.openxmlformats.org/officeDocument/2006/relationships/tags" Target="../tags/tag40.xml"/><Relationship Id="rId23" Type="http://schemas.openxmlformats.org/officeDocument/2006/relationships/tags" Target="../tags/tag48.xml"/><Relationship Id="rId28" Type="http://schemas.openxmlformats.org/officeDocument/2006/relationships/tags" Target="../tags/tag53.xml"/><Relationship Id="rId36" Type="http://schemas.openxmlformats.org/officeDocument/2006/relationships/tags" Target="../tags/tag61.xml"/><Relationship Id="rId49" Type="http://schemas.openxmlformats.org/officeDocument/2006/relationships/tags" Target="../tags/tag74.xml"/><Relationship Id="rId57" Type="http://schemas.openxmlformats.org/officeDocument/2006/relationships/tags" Target="../tags/tag82.xml"/><Relationship Id="rId10" Type="http://schemas.openxmlformats.org/officeDocument/2006/relationships/tags" Target="../tags/tag35.xml"/><Relationship Id="rId31" Type="http://schemas.openxmlformats.org/officeDocument/2006/relationships/tags" Target="../tags/tag56.xml"/><Relationship Id="rId44" Type="http://schemas.openxmlformats.org/officeDocument/2006/relationships/tags" Target="../tags/tag69.xml"/><Relationship Id="rId52" Type="http://schemas.openxmlformats.org/officeDocument/2006/relationships/tags" Target="../tags/tag77.xml"/><Relationship Id="rId60" Type="http://schemas.openxmlformats.org/officeDocument/2006/relationships/tags" Target="../tags/tag85.xml"/><Relationship Id="rId65" Type="http://schemas.openxmlformats.org/officeDocument/2006/relationships/slideLayout" Target="../slideLayouts/slideLayout7.xml"/><Relationship Id="rId73" Type="http://schemas.openxmlformats.org/officeDocument/2006/relationships/image" Target="../media/image16.png"/><Relationship Id="rId78" Type="http://schemas.openxmlformats.org/officeDocument/2006/relationships/image" Target="../media/image21.svg"/><Relationship Id="rId81" Type="http://schemas.openxmlformats.org/officeDocument/2006/relationships/image" Target="../media/image24.png"/><Relationship Id="rId86" Type="http://schemas.openxmlformats.org/officeDocument/2006/relationships/image" Target="../media/image29.svg"/><Relationship Id="rId4" Type="http://schemas.openxmlformats.org/officeDocument/2006/relationships/tags" Target="../tags/tag29.xml"/><Relationship Id="rId9" Type="http://schemas.openxmlformats.org/officeDocument/2006/relationships/tags" Target="../tags/tag34.xml"/><Relationship Id="rId13" Type="http://schemas.openxmlformats.org/officeDocument/2006/relationships/tags" Target="../tags/tag38.xml"/><Relationship Id="rId18" Type="http://schemas.openxmlformats.org/officeDocument/2006/relationships/tags" Target="../tags/tag43.xml"/><Relationship Id="rId39" Type="http://schemas.openxmlformats.org/officeDocument/2006/relationships/tags" Target="../tags/tag64.xml"/><Relationship Id="rId34" Type="http://schemas.openxmlformats.org/officeDocument/2006/relationships/tags" Target="../tags/tag59.xml"/><Relationship Id="rId50" Type="http://schemas.openxmlformats.org/officeDocument/2006/relationships/tags" Target="../tags/tag75.xml"/><Relationship Id="rId55" Type="http://schemas.openxmlformats.org/officeDocument/2006/relationships/tags" Target="../tags/tag80.xml"/><Relationship Id="rId76" Type="http://schemas.openxmlformats.org/officeDocument/2006/relationships/image" Target="../media/image19.svg"/><Relationship Id="rId7" Type="http://schemas.openxmlformats.org/officeDocument/2006/relationships/tags" Target="../tags/tag32.xml"/><Relationship Id="rId71" Type="http://schemas.openxmlformats.org/officeDocument/2006/relationships/image" Target="../media/image14.png"/><Relationship Id="rId2" Type="http://schemas.openxmlformats.org/officeDocument/2006/relationships/tags" Target="../tags/tag27.xml"/><Relationship Id="rId29" Type="http://schemas.openxmlformats.org/officeDocument/2006/relationships/tags" Target="../tags/tag54.xml"/><Relationship Id="rId24" Type="http://schemas.openxmlformats.org/officeDocument/2006/relationships/tags" Target="../tags/tag49.xml"/><Relationship Id="rId40" Type="http://schemas.openxmlformats.org/officeDocument/2006/relationships/tags" Target="../tags/tag65.xml"/><Relationship Id="rId45" Type="http://schemas.openxmlformats.org/officeDocument/2006/relationships/tags" Target="../tags/tag70.xml"/><Relationship Id="rId66" Type="http://schemas.openxmlformats.org/officeDocument/2006/relationships/image" Target="../media/image9.jpg"/><Relationship Id="rId87" Type="http://schemas.openxmlformats.org/officeDocument/2006/relationships/image" Target="../media/image30.png"/><Relationship Id="rId61" Type="http://schemas.openxmlformats.org/officeDocument/2006/relationships/tags" Target="../tags/tag86.xml"/><Relationship Id="rId82" Type="http://schemas.openxmlformats.org/officeDocument/2006/relationships/image" Target="../media/image25.svg"/><Relationship Id="rId19" Type="http://schemas.openxmlformats.org/officeDocument/2006/relationships/tags" Target="../tags/tag44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02.xml"/><Relationship Id="rId18" Type="http://schemas.openxmlformats.org/officeDocument/2006/relationships/tags" Target="../tags/tag107.xml"/><Relationship Id="rId26" Type="http://schemas.openxmlformats.org/officeDocument/2006/relationships/tags" Target="../tags/tag115.xml"/><Relationship Id="rId3" Type="http://schemas.openxmlformats.org/officeDocument/2006/relationships/tags" Target="../tags/tag92.xml"/><Relationship Id="rId21" Type="http://schemas.openxmlformats.org/officeDocument/2006/relationships/tags" Target="../tags/tag110.xml"/><Relationship Id="rId34" Type="http://schemas.openxmlformats.org/officeDocument/2006/relationships/image" Target="../media/image3.png"/><Relationship Id="rId7" Type="http://schemas.openxmlformats.org/officeDocument/2006/relationships/tags" Target="../tags/tag96.xml"/><Relationship Id="rId12" Type="http://schemas.openxmlformats.org/officeDocument/2006/relationships/tags" Target="../tags/tag101.xml"/><Relationship Id="rId17" Type="http://schemas.openxmlformats.org/officeDocument/2006/relationships/tags" Target="../tags/tag106.xml"/><Relationship Id="rId25" Type="http://schemas.openxmlformats.org/officeDocument/2006/relationships/tags" Target="../tags/tag114.xml"/><Relationship Id="rId33" Type="http://schemas.openxmlformats.org/officeDocument/2006/relationships/slideLayout" Target="../slideLayouts/slideLayout7.xml"/><Relationship Id="rId2" Type="http://schemas.openxmlformats.org/officeDocument/2006/relationships/tags" Target="../tags/tag91.xml"/><Relationship Id="rId16" Type="http://schemas.openxmlformats.org/officeDocument/2006/relationships/tags" Target="../tags/tag105.xml"/><Relationship Id="rId20" Type="http://schemas.openxmlformats.org/officeDocument/2006/relationships/tags" Target="../tags/tag109.xml"/><Relationship Id="rId29" Type="http://schemas.openxmlformats.org/officeDocument/2006/relationships/tags" Target="../tags/tag118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tags" Target="../tags/tag100.xml"/><Relationship Id="rId24" Type="http://schemas.openxmlformats.org/officeDocument/2006/relationships/tags" Target="../tags/tag113.xml"/><Relationship Id="rId32" Type="http://schemas.openxmlformats.org/officeDocument/2006/relationships/tags" Target="../tags/tag121.xml"/><Relationship Id="rId5" Type="http://schemas.openxmlformats.org/officeDocument/2006/relationships/tags" Target="../tags/tag94.xml"/><Relationship Id="rId15" Type="http://schemas.openxmlformats.org/officeDocument/2006/relationships/tags" Target="../tags/tag104.xml"/><Relationship Id="rId23" Type="http://schemas.openxmlformats.org/officeDocument/2006/relationships/tags" Target="../tags/tag112.xml"/><Relationship Id="rId28" Type="http://schemas.openxmlformats.org/officeDocument/2006/relationships/tags" Target="../tags/tag117.xml"/><Relationship Id="rId10" Type="http://schemas.openxmlformats.org/officeDocument/2006/relationships/tags" Target="../tags/tag99.xml"/><Relationship Id="rId19" Type="http://schemas.openxmlformats.org/officeDocument/2006/relationships/tags" Target="../tags/tag108.xml"/><Relationship Id="rId31" Type="http://schemas.openxmlformats.org/officeDocument/2006/relationships/tags" Target="../tags/tag120.xml"/><Relationship Id="rId4" Type="http://schemas.openxmlformats.org/officeDocument/2006/relationships/tags" Target="../tags/tag93.xml"/><Relationship Id="rId9" Type="http://schemas.openxmlformats.org/officeDocument/2006/relationships/tags" Target="../tags/tag98.xml"/><Relationship Id="rId14" Type="http://schemas.openxmlformats.org/officeDocument/2006/relationships/tags" Target="../tags/tag103.xml"/><Relationship Id="rId22" Type="http://schemas.openxmlformats.org/officeDocument/2006/relationships/tags" Target="../tags/tag111.xml"/><Relationship Id="rId27" Type="http://schemas.openxmlformats.org/officeDocument/2006/relationships/tags" Target="../tags/tag116.xml"/><Relationship Id="rId30" Type="http://schemas.openxmlformats.org/officeDocument/2006/relationships/tags" Target="../tags/tag119.xml"/><Relationship Id="rId35" Type="http://schemas.openxmlformats.org/officeDocument/2006/relationships/image" Target="../media/image4.svg"/><Relationship Id="rId8" Type="http://schemas.openxmlformats.org/officeDocument/2006/relationships/tags" Target="../tags/tag9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tags" Target="../tags/tag13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24.xml"/><Relationship Id="rId21" Type="http://schemas.openxmlformats.org/officeDocument/2006/relationships/image" Target="../media/image35.svg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17" Type="http://schemas.openxmlformats.org/officeDocument/2006/relationships/tags" Target="../tags/tag138.xml"/><Relationship Id="rId2" Type="http://schemas.openxmlformats.org/officeDocument/2006/relationships/tags" Target="../tags/tag123.xml"/><Relationship Id="rId16" Type="http://schemas.openxmlformats.org/officeDocument/2006/relationships/tags" Target="../tags/tag137.xml"/><Relationship Id="rId20" Type="http://schemas.openxmlformats.org/officeDocument/2006/relationships/image" Target="../media/image34.png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5" Type="http://schemas.openxmlformats.org/officeDocument/2006/relationships/tags" Target="../tags/tag136.xml"/><Relationship Id="rId10" Type="http://schemas.openxmlformats.org/officeDocument/2006/relationships/tags" Target="../tags/tag131.xml"/><Relationship Id="rId19" Type="http://schemas.openxmlformats.org/officeDocument/2006/relationships/image" Target="../media/image9.jpg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tags" Target="../tags/tag135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151.xml"/><Relationship Id="rId18" Type="http://schemas.openxmlformats.org/officeDocument/2006/relationships/tags" Target="../tags/tag156.xml"/><Relationship Id="rId26" Type="http://schemas.openxmlformats.org/officeDocument/2006/relationships/tags" Target="../tags/tag164.xml"/><Relationship Id="rId39" Type="http://schemas.openxmlformats.org/officeDocument/2006/relationships/image" Target="../media/image37.svg"/><Relationship Id="rId21" Type="http://schemas.openxmlformats.org/officeDocument/2006/relationships/tags" Target="../tags/tag159.xml"/><Relationship Id="rId34" Type="http://schemas.openxmlformats.org/officeDocument/2006/relationships/tags" Target="../tags/tag172.xml"/><Relationship Id="rId7" Type="http://schemas.openxmlformats.org/officeDocument/2006/relationships/tags" Target="../tags/tag145.xml"/><Relationship Id="rId12" Type="http://schemas.openxmlformats.org/officeDocument/2006/relationships/tags" Target="../tags/tag150.xml"/><Relationship Id="rId17" Type="http://schemas.openxmlformats.org/officeDocument/2006/relationships/tags" Target="../tags/tag155.xml"/><Relationship Id="rId25" Type="http://schemas.openxmlformats.org/officeDocument/2006/relationships/tags" Target="../tags/tag163.xml"/><Relationship Id="rId33" Type="http://schemas.openxmlformats.org/officeDocument/2006/relationships/tags" Target="../tags/tag171.xml"/><Relationship Id="rId38" Type="http://schemas.openxmlformats.org/officeDocument/2006/relationships/image" Target="../media/image36.png"/><Relationship Id="rId2" Type="http://schemas.openxmlformats.org/officeDocument/2006/relationships/tags" Target="../tags/tag140.xml"/><Relationship Id="rId16" Type="http://schemas.openxmlformats.org/officeDocument/2006/relationships/tags" Target="../tags/tag154.xml"/><Relationship Id="rId20" Type="http://schemas.openxmlformats.org/officeDocument/2006/relationships/tags" Target="../tags/tag158.xml"/><Relationship Id="rId29" Type="http://schemas.openxmlformats.org/officeDocument/2006/relationships/tags" Target="../tags/tag167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tags" Target="../tags/tag149.xml"/><Relationship Id="rId24" Type="http://schemas.openxmlformats.org/officeDocument/2006/relationships/tags" Target="../tags/tag162.xml"/><Relationship Id="rId32" Type="http://schemas.openxmlformats.org/officeDocument/2006/relationships/tags" Target="../tags/tag170.xml"/><Relationship Id="rId37" Type="http://schemas.openxmlformats.org/officeDocument/2006/relationships/slideLayout" Target="../slideLayouts/slideLayout7.xml"/><Relationship Id="rId5" Type="http://schemas.openxmlformats.org/officeDocument/2006/relationships/tags" Target="../tags/tag143.xml"/><Relationship Id="rId15" Type="http://schemas.openxmlformats.org/officeDocument/2006/relationships/tags" Target="../tags/tag153.xml"/><Relationship Id="rId23" Type="http://schemas.openxmlformats.org/officeDocument/2006/relationships/tags" Target="../tags/tag161.xml"/><Relationship Id="rId28" Type="http://schemas.openxmlformats.org/officeDocument/2006/relationships/tags" Target="../tags/tag166.xml"/><Relationship Id="rId36" Type="http://schemas.openxmlformats.org/officeDocument/2006/relationships/tags" Target="../tags/tag174.xml"/><Relationship Id="rId10" Type="http://schemas.openxmlformats.org/officeDocument/2006/relationships/tags" Target="../tags/tag148.xml"/><Relationship Id="rId19" Type="http://schemas.openxmlformats.org/officeDocument/2006/relationships/tags" Target="../tags/tag157.xml"/><Relationship Id="rId31" Type="http://schemas.openxmlformats.org/officeDocument/2006/relationships/tags" Target="../tags/tag169.xml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tags" Target="../tags/tag152.xml"/><Relationship Id="rId22" Type="http://schemas.openxmlformats.org/officeDocument/2006/relationships/tags" Target="../tags/tag160.xml"/><Relationship Id="rId27" Type="http://schemas.openxmlformats.org/officeDocument/2006/relationships/tags" Target="../tags/tag165.xml"/><Relationship Id="rId30" Type="http://schemas.openxmlformats.org/officeDocument/2006/relationships/tags" Target="../tags/tag168.xml"/><Relationship Id="rId35" Type="http://schemas.openxmlformats.org/officeDocument/2006/relationships/tags" Target="../tags/tag173.xml"/><Relationship Id="rId8" Type="http://schemas.openxmlformats.org/officeDocument/2006/relationships/tags" Target="../tags/tag146.xml"/><Relationship Id="rId3" Type="http://schemas.openxmlformats.org/officeDocument/2006/relationships/tags" Target="../tags/tag14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82.xml"/><Relationship Id="rId13" Type="http://schemas.openxmlformats.org/officeDocument/2006/relationships/tags" Target="../tags/tag187.xml"/><Relationship Id="rId18" Type="http://schemas.openxmlformats.org/officeDocument/2006/relationships/tags" Target="../tags/tag192.xml"/><Relationship Id="rId26" Type="http://schemas.openxmlformats.org/officeDocument/2006/relationships/tags" Target="../tags/tag200.xml"/><Relationship Id="rId3" Type="http://schemas.openxmlformats.org/officeDocument/2006/relationships/tags" Target="../tags/tag177.xml"/><Relationship Id="rId21" Type="http://schemas.openxmlformats.org/officeDocument/2006/relationships/tags" Target="../tags/tag195.xml"/><Relationship Id="rId7" Type="http://schemas.openxmlformats.org/officeDocument/2006/relationships/tags" Target="../tags/tag181.xml"/><Relationship Id="rId12" Type="http://schemas.openxmlformats.org/officeDocument/2006/relationships/tags" Target="../tags/tag186.xml"/><Relationship Id="rId17" Type="http://schemas.openxmlformats.org/officeDocument/2006/relationships/tags" Target="../tags/tag191.xml"/><Relationship Id="rId25" Type="http://schemas.openxmlformats.org/officeDocument/2006/relationships/tags" Target="../tags/tag199.xml"/><Relationship Id="rId2" Type="http://schemas.openxmlformats.org/officeDocument/2006/relationships/tags" Target="../tags/tag176.xml"/><Relationship Id="rId16" Type="http://schemas.openxmlformats.org/officeDocument/2006/relationships/tags" Target="../tags/tag190.xml"/><Relationship Id="rId20" Type="http://schemas.openxmlformats.org/officeDocument/2006/relationships/tags" Target="../tags/tag194.xml"/><Relationship Id="rId29" Type="http://schemas.openxmlformats.org/officeDocument/2006/relationships/slideLayout" Target="../slideLayouts/slideLayout7.xml"/><Relationship Id="rId1" Type="http://schemas.openxmlformats.org/officeDocument/2006/relationships/tags" Target="../tags/tag175.xml"/><Relationship Id="rId6" Type="http://schemas.openxmlformats.org/officeDocument/2006/relationships/tags" Target="../tags/tag180.xml"/><Relationship Id="rId11" Type="http://schemas.openxmlformats.org/officeDocument/2006/relationships/tags" Target="../tags/tag185.xml"/><Relationship Id="rId24" Type="http://schemas.openxmlformats.org/officeDocument/2006/relationships/tags" Target="../tags/tag198.xml"/><Relationship Id="rId32" Type="http://schemas.openxmlformats.org/officeDocument/2006/relationships/image" Target="../media/image40.svg"/><Relationship Id="rId5" Type="http://schemas.openxmlformats.org/officeDocument/2006/relationships/tags" Target="../tags/tag179.xml"/><Relationship Id="rId15" Type="http://schemas.openxmlformats.org/officeDocument/2006/relationships/tags" Target="../tags/tag189.xml"/><Relationship Id="rId23" Type="http://schemas.openxmlformats.org/officeDocument/2006/relationships/tags" Target="../tags/tag197.xml"/><Relationship Id="rId28" Type="http://schemas.openxmlformats.org/officeDocument/2006/relationships/tags" Target="../tags/tag202.xml"/><Relationship Id="rId10" Type="http://schemas.openxmlformats.org/officeDocument/2006/relationships/tags" Target="../tags/tag184.xml"/><Relationship Id="rId19" Type="http://schemas.openxmlformats.org/officeDocument/2006/relationships/tags" Target="../tags/tag193.xml"/><Relationship Id="rId31" Type="http://schemas.openxmlformats.org/officeDocument/2006/relationships/image" Target="../media/image39.png"/><Relationship Id="rId4" Type="http://schemas.openxmlformats.org/officeDocument/2006/relationships/tags" Target="../tags/tag178.xml"/><Relationship Id="rId9" Type="http://schemas.openxmlformats.org/officeDocument/2006/relationships/tags" Target="../tags/tag183.xml"/><Relationship Id="rId14" Type="http://schemas.openxmlformats.org/officeDocument/2006/relationships/tags" Target="../tags/tag188.xml"/><Relationship Id="rId22" Type="http://schemas.openxmlformats.org/officeDocument/2006/relationships/tags" Target="../tags/tag196.xml"/><Relationship Id="rId27" Type="http://schemas.openxmlformats.org/officeDocument/2006/relationships/tags" Target="../tags/tag201.xml"/><Relationship Id="rId30" Type="http://schemas.openxmlformats.org/officeDocument/2006/relationships/image" Target="../media/image38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13" Type="http://schemas.openxmlformats.org/officeDocument/2006/relationships/tags" Target="../tags/tag215.xml"/><Relationship Id="rId18" Type="http://schemas.openxmlformats.org/officeDocument/2006/relationships/tags" Target="../tags/tag220.xml"/><Relationship Id="rId26" Type="http://schemas.openxmlformats.org/officeDocument/2006/relationships/image" Target="../media/image38.jpeg"/><Relationship Id="rId3" Type="http://schemas.openxmlformats.org/officeDocument/2006/relationships/tags" Target="../tags/tag205.xml"/><Relationship Id="rId21" Type="http://schemas.openxmlformats.org/officeDocument/2006/relationships/tags" Target="../tags/tag223.xml"/><Relationship Id="rId7" Type="http://schemas.openxmlformats.org/officeDocument/2006/relationships/tags" Target="../tags/tag209.xml"/><Relationship Id="rId12" Type="http://schemas.openxmlformats.org/officeDocument/2006/relationships/tags" Target="../tags/tag214.xml"/><Relationship Id="rId17" Type="http://schemas.openxmlformats.org/officeDocument/2006/relationships/tags" Target="../tags/tag219.xml"/><Relationship Id="rId25" Type="http://schemas.openxmlformats.org/officeDocument/2006/relationships/slideLayout" Target="../slideLayouts/slideLayout7.xml"/><Relationship Id="rId2" Type="http://schemas.openxmlformats.org/officeDocument/2006/relationships/tags" Target="../tags/tag204.xml"/><Relationship Id="rId16" Type="http://schemas.openxmlformats.org/officeDocument/2006/relationships/tags" Target="../tags/tag218.xml"/><Relationship Id="rId20" Type="http://schemas.openxmlformats.org/officeDocument/2006/relationships/tags" Target="../tags/tag222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11" Type="http://schemas.openxmlformats.org/officeDocument/2006/relationships/tags" Target="../tags/tag213.xml"/><Relationship Id="rId24" Type="http://schemas.openxmlformats.org/officeDocument/2006/relationships/tags" Target="../tags/tag226.xml"/><Relationship Id="rId5" Type="http://schemas.openxmlformats.org/officeDocument/2006/relationships/tags" Target="../tags/tag207.xml"/><Relationship Id="rId15" Type="http://schemas.openxmlformats.org/officeDocument/2006/relationships/tags" Target="../tags/tag217.xml"/><Relationship Id="rId23" Type="http://schemas.openxmlformats.org/officeDocument/2006/relationships/tags" Target="../tags/tag225.xml"/><Relationship Id="rId28" Type="http://schemas.openxmlformats.org/officeDocument/2006/relationships/image" Target="../media/image42.svg"/><Relationship Id="rId10" Type="http://schemas.openxmlformats.org/officeDocument/2006/relationships/tags" Target="../tags/tag212.xml"/><Relationship Id="rId19" Type="http://schemas.openxmlformats.org/officeDocument/2006/relationships/tags" Target="../tags/tag221.xml"/><Relationship Id="rId4" Type="http://schemas.openxmlformats.org/officeDocument/2006/relationships/tags" Target="../tags/tag206.xml"/><Relationship Id="rId9" Type="http://schemas.openxmlformats.org/officeDocument/2006/relationships/tags" Target="../tags/tag211.xml"/><Relationship Id="rId14" Type="http://schemas.openxmlformats.org/officeDocument/2006/relationships/tags" Target="../tags/tag216.xml"/><Relationship Id="rId22" Type="http://schemas.openxmlformats.org/officeDocument/2006/relationships/tags" Target="../tags/tag224.xml"/><Relationship Id="rId27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234.xml"/><Relationship Id="rId13" Type="http://schemas.openxmlformats.org/officeDocument/2006/relationships/tags" Target="../tags/tag239.xml"/><Relationship Id="rId18" Type="http://schemas.openxmlformats.org/officeDocument/2006/relationships/tags" Target="../tags/tag244.xml"/><Relationship Id="rId3" Type="http://schemas.openxmlformats.org/officeDocument/2006/relationships/tags" Target="../tags/tag229.xml"/><Relationship Id="rId21" Type="http://schemas.openxmlformats.org/officeDocument/2006/relationships/tags" Target="../tags/tag247.xml"/><Relationship Id="rId7" Type="http://schemas.openxmlformats.org/officeDocument/2006/relationships/tags" Target="../tags/tag233.xml"/><Relationship Id="rId12" Type="http://schemas.openxmlformats.org/officeDocument/2006/relationships/tags" Target="../tags/tag238.xml"/><Relationship Id="rId17" Type="http://schemas.openxmlformats.org/officeDocument/2006/relationships/tags" Target="../tags/tag243.xml"/><Relationship Id="rId2" Type="http://schemas.openxmlformats.org/officeDocument/2006/relationships/tags" Target="../tags/tag228.xml"/><Relationship Id="rId16" Type="http://schemas.openxmlformats.org/officeDocument/2006/relationships/tags" Target="../tags/tag242.xml"/><Relationship Id="rId20" Type="http://schemas.openxmlformats.org/officeDocument/2006/relationships/tags" Target="../tags/tag246.xml"/><Relationship Id="rId1" Type="http://schemas.openxmlformats.org/officeDocument/2006/relationships/tags" Target="../tags/tag227.xml"/><Relationship Id="rId6" Type="http://schemas.openxmlformats.org/officeDocument/2006/relationships/tags" Target="../tags/tag232.xml"/><Relationship Id="rId11" Type="http://schemas.openxmlformats.org/officeDocument/2006/relationships/tags" Target="../tags/tag237.xml"/><Relationship Id="rId24" Type="http://schemas.openxmlformats.org/officeDocument/2006/relationships/image" Target="../media/image44.svg"/><Relationship Id="rId5" Type="http://schemas.openxmlformats.org/officeDocument/2006/relationships/tags" Target="../tags/tag231.xml"/><Relationship Id="rId15" Type="http://schemas.openxmlformats.org/officeDocument/2006/relationships/tags" Target="../tags/tag241.xml"/><Relationship Id="rId23" Type="http://schemas.openxmlformats.org/officeDocument/2006/relationships/image" Target="../media/image43.png"/><Relationship Id="rId10" Type="http://schemas.openxmlformats.org/officeDocument/2006/relationships/tags" Target="../tags/tag236.xml"/><Relationship Id="rId19" Type="http://schemas.openxmlformats.org/officeDocument/2006/relationships/tags" Target="../tags/tag245.xml"/><Relationship Id="rId4" Type="http://schemas.openxmlformats.org/officeDocument/2006/relationships/tags" Target="../tags/tag230.xml"/><Relationship Id="rId9" Type="http://schemas.openxmlformats.org/officeDocument/2006/relationships/tags" Target="../tags/tag235.xml"/><Relationship Id="rId14" Type="http://schemas.openxmlformats.org/officeDocument/2006/relationships/tags" Target="../tags/tag240.xml"/><Relationship Id="rId22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55.xml"/><Relationship Id="rId13" Type="http://schemas.openxmlformats.org/officeDocument/2006/relationships/tags" Target="../tags/tag260.xml"/><Relationship Id="rId18" Type="http://schemas.openxmlformats.org/officeDocument/2006/relationships/tags" Target="../tags/tag265.xml"/><Relationship Id="rId3" Type="http://schemas.openxmlformats.org/officeDocument/2006/relationships/tags" Target="../tags/tag250.xml"/><Relationship Id="rId21" Type="http://schemas.openxmlformats.org/officeDocument/2006/relationships/tags" Target="../tags/tag268.xml"/><Relationship Id="rId7" Type="http://schemas.openxmlformats.org/officeDocument/2006/relationships/tags" Target="../tags/tag254.xml"/><Relationship Id="rId12" Type="http://schemas.openxmlformats.org/officeDocument/2006/relationships/tags" Target="../tags/tag259.xml"/><Relationship Id="rId17" Type="http://schemas.openxmlformats.org/officeDocument/2006/relationships/tags" Target="../tags/tag264.xml"/><Relationship Id="rId2" Type="http://schemas.openxmlformats.org/officeDocument/2006/relationships/tags" Target="../tags/tag249.xml"/><Relationship Id="rId16" Type="http://schemas.openxmlformats.org/officeDocument/2006/relationships/tags" Target="../tags/tag263.xml"/><Relationship Id="rId20" Type="http://schemas.openxmlformats.org/officeDocument/2006/relationships/tags" Target="../tags/tag267.xml"/><Relationship Id="rId1" Type="http://schemas.openxmlformats.org/officeDocument/2006/relationships/tags" Target="../tags/tag248.xml"/><Relationship Id="rId6" Type="http://schemas.openxmlformats.org/officeDocument/2006/relationships/tags" Target="../tags/tag253.xml"/><Relationship Id="rId11" Type="http://schemas.openxmlformats.org/officeDocument/2006/relationships/tags" Target="../tags/tag258.xml"/><Relationship Id="rId24" Type="http://schemas.openxmlformats.org/officeDocument/2006/relationships/image" Target="../media/image46.svg"/><Relationship Id="rId5" Type="http://schemas.openxmlformats.org/officeDocument/2006/relationships/tags" Target="../tags/tag252.xml"/><Relationship Id="rId15" Type="http://schemas.openxmlformats.org/officeDocument/2006/relationships/tags" Target="../tags/tag262.xml"/><Relationship Id="rId23" Type="http://schemas.openxmlformats.org/officeDocument/2006/relationships/image" Target="../media/image45.png"/><Relationship Id="rId10" Type="http://schemas.openxmlformats.org/officeDocument/2006/relationships/tags" Target="../tags/tag257.xml"/><Relationship Id="rId19" Type="http://schemas.openxmlformats.org/officeDocument/2006/relationships/tags" Target="../tags/tag266.xml"/><Relationship Id="rId4" Type="http://schemas.openxmlformats.org/officeDocument/2006/relationships/tags" Target="../tags/tag251.xml"/><Relationship Id="rId9" Type="http://schemas.openxmlformats.org/officeDocument/2006/relationships/tags" Target="../tags/tag256.xml"/><Relationship Id="rId14" Type="http://schemas.openxmlformats.org/officeDocument/2006/relationships/tags" Target="../tags/tag261.xml"/><Relationship Id="rId22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76.xml"/><Relationship Id="rId13" Type="http://schemas.openxmlformats.org/officeDocument/2006/relationships/tags" Target="../tags/tag281.xml"/><Relationship Id="rId18" Type="http://schemas.openxmlformats.org/officeDocument/2006/relationships/tags" Target="../tags/tag286.xml"/><Relationship Id="rId26" Type="http://schemas.openxmlformats.org/officeDocument/2006/relationships/image" Target="../media/image38.jpeg"/><Relationship Id="rId3" Type="http://schemas.openxmlformats.org/officeDocument/2006/relationships/tags" Target="../tags/tag271.xml"/><Relationship Id="rId21" Type="http://schemas.openxmlformats.org/officeDocument/2006/relationships/tags" Target="../tags/tag289.xml"/><Relationship Id="rId7" Type="http://schemas.openxmlformats.org/officeDocument/2006/relationships/tags" Target="../tags/tag275.xml"/><Relationship Id="rId12" Type="http://schemas.openxmlformats.org/officeDocument/2006/relationships/tags" Target="../tags/tag280.xml"/><Relationship Id="rId17" Type="http://schemas.openxmlformats.org/officeDocument/2006/relationships/tags" Target="../tags/tag285.xml"/><Relationship Id="rId25" Type="http://schemas.openxmlformats.org/officeDocument/2006/relationships/slideLayout" Target="../slideLayouts/slideLayout7.xml"/><Relationship Id="rId2" Type="http://schemas.openxmlformats.org/officeDocument/2006/relationships/tags" Target="../tags/tag270.xml"/><Relationship Id="rId16" Type="http://schemas.openxmlformats.org/officeDocument/2006/relationships/tags" Target="../tags/tag284.xml"/><Relationship Id="rId20" Type="http://schemas.openxmlformats.org/officeDocument/2006/relationships/tags" Target="../tags/tag288.xml"/><Relationship Id="rId1" Type="http://schemas.openxmlformats.org/officeDocument/2006/relationships/tags" Target="../tags/tag269.xml"/><Relationship Id="rId6" Type="http://schemas.openxmlformats.org/officeDocument/2006/relationships/tags" Target="../tags/tag274.xml"/><Relationship Id="rId11" Type="http://schemas.openxmlformats.org/officeDocument/2006/relationships/tags" Target="../tags/tag279.xml"/><Relationship Id="rId24" Type="http://schemas.openxmlformats.org/officeDocument/2006/relationships/tags" Target="../tags/tag292.xml"/><Relationship Id="rId5" Type="http://schemas.openxmlformats.org/officeDocument/2006/relationships/tags" Target="../tags/tag273.xml"/><Relationship Id="rId15" Type="http://schemas.openxmlformats.org/officeDocument/2006/relationships/tags" Target="../tags/tag283.xml"/><Relationship Id="rId23" Type="http://schemas.openxmlformats.org/officeDocument/2006/relationships/tags" Target="../tags/tag291.xml"/><Relationship Id="rId28" Type="http://schemas.openxmlformats.org/officeDocument/2006/relationships/image" Target="../media/image48.svg"/><Relationship Id="rId10" Type="http://schemas.openxmlformats.org/officeDocument/2006/relationships/tags" Target="../tags/tag278.xml"/><Relationship Id="rId19" Type="http://schemas.openxmlformats.org/officeDocument/2006/relationships/tags" Target="../tags/tag287.xml"/><Relationship Id="rId4" Type="http://schemas.openxmlformats.org/officeDocument/2006/relationships/tags" Target="../tags/tag272.xml"/><Relationship Id="rId9" Type="http://schemas.openxmlformats.org/officeDocument/2006/relationships/tags" Target="../tags/tag277.xml"/><Relationship Id="rId14" Type="http://schemas.openxmlformats.org/officeDocument/2006/relationships/tags" Target="../tags/tag282.xml"/><Relationship Id="rId22" Type="http://schemas.openxmlformats.org/officeDocument/2006/relationships/tags" Target="../tags/tag290.xml"/><Relationship Id="rId27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300.xml"/><Relationship Id="rId13" Type="http://schemas.openxmlformats.org/officeDocument/2006/relationships/tags" Target="../tags/tag305.xml"/><Relationship Id="rId18" Type="http://schemas.openxmlformats.org/officeDocument/2006/relationships/tags" Target="../tags/tag310.xml"/><Relationship Id="rId3" Type="http://schemas.openxmlformats.org/officeDocument/2006/relationships/tags" Target="../tags/tag295.xml"/><Relationship Id="rId21" Type="http://schemas.openxmlformats.org/officeDocument/2006/relationships/tags" Target="../tags/tag313.xml"/><Relationship Id="rId7" Type="http://schemas.openxmlformats.org/officeDocument/2006/relationships/tags" Target="../tags/tag299.xml"/><Relationship Id="rId12" Type="http://schemas.openxmlformats.org/officeDocument/2006/relationships/tags" Target="../tags/tag304.xml"/><Relationship Id="rId17" Type="http://schemas.openxmlformats.org/officeDocument/2006/relationships/tags" Target="../tags/tag309.xml"/><Relationship Id="rId25" Type="http://schemas.openxmlformats.org/officeDocument/2006/relationships/image" Target="../media/image50.svg"/><Relationship Id="rId2" Type="http://schemas.openxmlformats.org/officeDocument/2006/relationships/tags" Target="../tags/tag294.xml"/><Relationship Id="rId16" Type="http://schemas.openxmlformats.org/officeDocument/2006/relationships/tags" Target="../tags/tag308.xml"/><Relationship Id="rId20" Type="http://schemas.openxmlformats.org/officeDocument/2006/relationships/tags" Target="../tags/tag312.xml"/><Relationship Id="rId1" Type="http://schemas.openxmlformats.org/officeDocument/2006/relationships/tags" Target="../tags/tag293.xml"/><Relationship Id="rId6" Type="http://schemas.openxmlformats.org/officeDocument/2006/relationships/tags" Target="../tags/tag298.xml"/><Relationship Id="rId11" Type="http://schemas.openxmlformats.org/officeDocument/2006/relationships/tags" Target="../tags/tag303.xml"/><Relationship Id="rId24" Type="http://schemas.openxmlformats.org/officeDocument/2006/relationships/image" Target="../media/image49.png"/><Relationship Id="rId5" Type="http://schemas.openxmlformats.org/officeDocument/2006/relationships/tags" Target="../tags/tag297.xml"/><Relationship Id="rId15" Type="http://schemas.openxmlformats.org/officeDocument/2006/relationships/tags" Target="../tags/tag307.xml"/><Relationship Id="rId23" Type="http://schemas.openxmlformats.org/officeDocument/2006/relationships/slideLayout" Target="../slideLayouts/slideLayout7.xml"/><Relationship Id="rId10" Type="http://schemas.openxmlformats.org/officeDocument/2006/relationships/tags" Target="../tags/tag302.xml"/><Relationship Id="rId19" Type="http://schemas.openxmlformats.org/officeDocument/2006/relationships/tags" Target="../tags/tag311.xml"/><Relationship Id="rId4" Type="http://schemas.openxmlformats.org/officeDocument/2006/relationships/tags" Target="../tags/tag296.xml"/><Relationship Id="rId9" Type="http://schemas.openxmlformats.org/officeDocument/2006/relationships/tags" Target="../tags/tag301.xml"/><Relationship Id="rId14" Type="http://schemas.openxmlformats.org/officeDocument/2006/relationships/tags" Target="../tags/tag306.xml"/><Relationship Id="rId22" Type="http://schemas.openxmlformats.org/officeDocument/2006/relationships/tags" Target="../tags/tag31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322.xml"/><Relationship Id="rId13" Type="http://schemas.openxmlformats.org/officeDocument/2006/relationships/tags" Target="../tags/tag327.xml"/><Relationship Id="rId18" Type="http://schemas.openxmlformats.org/officeDocument/2006/relationships/tags" Target="../tags/tag332.xml"/><Relationship Id="rId3" Type="http://schemas.openxmlformats.org/officeDocument/2006/relationships/tags" Target="../tags/tag317.xml"/><Relationship Id="rId21" Type="http://schemas.openxmlformats.org/officeDocument/2006/relationships/tags" Target="../tags/tag335.xml"/><Relationship Id="rId7" Type="http://schemas.openxmlformats.org/officeDocument/2006/relationships/tags" Target="../tags/tag321.xml"/><Relationship Id="rId12" Type="http://schemas.openxmlformats.org/officeDocument/2006/relationships/tags" Target="../tags/tag326.xml"/><Relationship Id="rId17" Type="http://schemas.openxmlformats.org/officeDocument/2006/relationships/tags" Target="../tags/tag331.xml"/><Relationship Id="rId25" Type="http://schemas.openxmlformats.org/officeDocument/2006/relationships/image" Target="../media/image37.svg"/><Relationship Id="rId2" Type="http://schemas.openxmlformats.org/officeDocument/2006/relationships/tags" Target="../tags/tag316.xml"/><Relationship Id="rId16" Type="http://schemas.openxmlformats.org/officeDocument/2006/relationships/tags" Target="../tags/tag330.xml"/><Relationship Id="rId20" Type="http://schemas.openxmlformats.org/officeDocument/2006/relationships/tags" Target="../tags/tag334.xml"/><Relationship Id="rId1" Type="http://schemas.openxmlformats.org/officeDocument/2006/relationships/tags" Target="../tags/tag315.xml"/><Relationship Id="rId6" Type="http://schemas.openxmlformats.org/officeDocument/2006/relationships/tags" Target="../tags/tag320.xml"/><Relationship Id="rId11" Type="http://schemas.openxmlformats.org/officeDocument/2006/relationships/tags" Target="../tags/tag325.xml"/><Relationship Id="rId24" Type="http://schemas.openxmlformats.org/officeDocument/2006/relationships/image" Target="../media/image36.png"/><Relationship Id="rId5" Type="http://schemas.openxmlformats.org/officeDocument/2006/relationships/tags" Target="../tags/tag319.xml"/><Relationship Id="rId15" Type="http://schemas.openxmlformats.org/officeDocument/2006/relationships/tags" Target="../tags/tag329.xml"/><Relationship Id="rId23" Type="http://schemas.openxmlformats.org/officeDocument/2006/relationships/image" Target="../media/image38.jpeg"/><Relationship Id="rId10" Type="http://schemas.openxmlformats.org/officeDocument/2006/relationships/tags" Target="../tags/tag324.xml"/><Relationship Id="rId19" Type="http://schemas.openxmlformats.org/officeDocument/2006/relationships/tags" Target="../tags/tag333.xml"/><Relationship Id="rId4" Type="http://schemas.openxmlformats.org/officeDocument/2006/relationships/tags" Target="../tags/tag318.xml"/><Relationship Id="rId9" Type="http://schemas.openxmlformats.org/officeDocument/2006/relationships/tags" Target="../tags/tag323.xml"/><Relationship Id="rId14" Type="http://schemas.openxmlformats.org/officeDocument/2006/relationships/tags" Target="../tags/tag328.xml"/><Relationship Id="rId22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343.xml"/><Relationship Id="rId13" Type="http://schemas.openxmlformats.org/officeDocument/2006/relationships/tags" Target="../tags/tag348.xml"/><Relationship Id="rId18" Type="http://schemas.openxmlformats.org/officeDocument/2006/relationships/tags" Target="../tags/tag353.xml"/><Relationship Id="rId26" Type="http://schemas.openxmlformats.org/officeDocument/2006/relationships/tags" Target="../tags/tag361.xml"/><Relationship Id="rId3" Type="http://schemas.openxmlformats.org/officeDocument/2006/relationships/tags" Target="../tags/tag338.xml"/><Relationship Id="rId21" Type="http://schemas.openxmlformats.org/officeDocument/2006/relationships/tags" Target="../tags/tag356.xml"/><Relationship Id="rId7" Type="http://schemas.openxmlformats.org/officeDocument/2006/relationships/tags" Target="../tags/tag342.xml"/><Relationship Id="rId12" Type="http://schemas.openxmlformats.org/officeDocument/2006/relationships/tags" Target="../tags/tag347.xml"/><Relationship Id="rId17" Type="http://schemas.openxmlformats.org/officeDocument/2006/relationships/tags" Target="../tags/tag352.xml"/><Relationship Id="rId25" Type="http://schemas.openxmlformats.org/officeDocument/2006/relationships/tags" Target="../tags/tag360.xml"/><Relationship Id="rId2" Type="http://schemas.openxmlformats.org/officeDocument/2006/relationships/tags" Target="../tags/tag337.xml"/><Relationship Id="rId16" Type="http://schemas.openxmlformats.org/officeDocument/2006/relationships/tags" Target="../tags/tag351.xml"/><Relationship Id="rId20" Type="http://schemas.openxmlformats.org/officeDocument/2006/relationships/tags" Target="../tags/tag355.xml"/><Relationship Id="rId29" Type="http://schemas.openxmlformats.org/officeDocument/2006/relationships/slideLayout" Target="../slideLayouts/slideLayout7.xml"/><Relationship Id="rId1" Type="http://schemas.openxmlformats.org/officeDocument/2006/relationships/tags" Target="../tags/tag336.xml"/><Relationship Id="rId6" Type="http://schemas.openxmlformats.org/officeDocument/2006/relationships/tags" Target="../tags/tag341.xml"/><Relationship Id="rId11" Type="http://schemas.openxmlformats.org/officeDocument/2006/relationships/tags" Target="../tags/tag346.xml"/><Relationship Id="rId24" Type="http://schemas.openxmlformats.org/officeDocument/2006/relationships/tags" Target="../tags/tag359.xml"/><Relationship Id="rId32" Type="http://schemas.openxmlformats.org/officeDocument/2006/relationships/image" Target="../media/image52.svg"/><Relationship Id="rId5" Type="http://schemas.openxmlformats.org/officeDocument/2006/relationships/tags" Target="../tags/tag340.xml"/><Relationship Id="rId15" Type="http://schemas.openxmlformats.org/officeDocument/2006/relationships/tags" Target="../tags/tag350.xml"/><Relationship Id="rId23" Type="http://schemas.openxmlformats.org/officeDocument/2006/relationships/tags" Target="../tags/tag358.xml"/><Relationship Id="rId28" Type="http://schemas.openxmlformats.org/officeDocument/2006/relationships/tags" Target="../tags/tag363.xml"/><Relationship Id="rId10" Type="http://schemas.openxmlformats.org/officeDocument/2006/relationships/tags" Target="../tags/tag345.xml"/><Relationship Id="rId19" Type="http://schemas.openxmlformats.org/officeDocument/2006/relationships/tags" Target="../tags/tag354.xml"/><Relationship Id="rId31" Type="http://schemas.openxmlformats.org/officeDocument/2006/relationships/image" Target="../media/image51.png"/><Relationship Id="rId4" Type="http://schemas.openxmlformats.org/officeDocument/2006/relationships/tags" Target="../tags/tag339.xml"/><Relationship Id="rId9" Type="http://schemas.openxmlformats.org/officeDocument/2006/relationships/tags" Target="../tags/tag344.xml"/><Relationship Id="rId14" Type="http://schemas.openxmlformats.org/officeDocument/2006/relationships/tags" Target="../tags/tag349.xml"/><Relationship Id="rId22" Type="http://schemas.openxmlformats.org/officeDocument/2006/relationships/tags" Target="../tags/tag357.xml"/><Relationship Id="rId27" Type="http://schemas.openxmlformats.org/officeDocument/2006/relationships/tags" Target="../tags/tag362.xml"/><Relationship Id="rId30" Type="http://schemas.openxmlformats.org/officeDocument/2006/relationships/image" Target="../media/image38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371.xml"/><Relationship Id="rId13" Type="http://schemas.openxmlformats.org/officeDocument/2006/relationships/tags" Target="../tags/tag376.xml"/><Relationship Id="rId18" Type="http://schemas.openxmlformats.org/officeDocument/2006/relationships/tags" Target="../tags/tag381.xml"/><Relationship Id="rId26" Type="http://schemas.openxmlformats.org/officeDocument/2006/relationships/image" Target="../media/image38.jpeg"/><Relationship Id="rId3" Type="http://schemas.openxmlformats.org/officeDocument/2006/relationships/tags" Target="../tags/tag366.xml"/><Relationship Id="rId21" Type="http://schemas.openxmlformats.org/officeDocument/2006/relationships/tags" Target="../tags/tag384.xml"/><Relationship Id="rId7" Type="http://schemas.openxmlformats.org/officeDocument/2006/relationships/tags" Target="../tags/tag370.xml"/><Relationship Id="rId12" Type="http://schemas.openxmlformats.org/officeDocument/2006/relationships/tags" Target="../tags/tag375.xml"/><Relationship Id="rId17" Type="http://schemas.openxmlformats.org/officeDocument/2006/relationships/tags" Target="../tags/tag380.xml"/><Relationship Id="rId25" Type="http://schemas.openxmlformats.org/officeDocument/2006/relationships/slideLayout" Target="../slideLayouts/slideLayout7.xml"/><Relationship Id="rId2" Type="http://schemas.openxmlformats.org/officeDocument/2006/relationships/tags" Target="../tags/tag365.xml"/><Relationship Id="rId16" Type="http://schemas.openxmlformats.org/officeDocument/2006/relationships/tags" Target="../tags/tag379.xml"/><Relationship Id="rId20" Type="http://schemas.openxmlformats.org/officeDocument/2006/relationships/tags" Target="../tags/tag383.xml"/><Relationship Id="rId1" Type="http://schemas.openxmlformats.org/officeDocument/2006/relationships/tags" Target="../tags/tag364.xml"/><Relationship Id="rId6" Type="http://schemas.openxmlformats.org/officeDocument/2006/relationships/tags" Target="../tags/tag369.xml"/><Relationship Id="rId11" Type="http://schemas.openxmlformats.org/officeDocument/2006/relationships/tags" Target="../tags/tag374.xml"/><Relationship Id="rId24" Type="http://schemas.openxmlformats.org/officeDocument/2006/relationships/tags" Target="../tags/tag387.xml"/><Relationship Id="rId5" Type="http://schemas.openxmlformats.org/officeDocument/2006/relationships/tags" Target="../tags/tag368.xml"/><Relationship Id="rId15" Type="http://schemas.openxmlformats.org/officeDocument/2006/relationships/tags" Target="../tags/tag378.xml"/><Relationship Id="rId23" Type="http://schemas.openxmlformats.org/officeDocument/2006/relationships/tags" Target="../tags/tag386.xml"/><Relationship Id="rId28" Type="http://schemas.openxmlformats.org/officeDocument/2006/relationships/image" Target="../media/image54.svg"/><Relationship Id="rId10" Type="http://schemas.openxmlformats.org/officeDocument/2006/relationships/tags" Target="../tags/tag373.xml"/><Relationship Id="rId19" Type="http://schemas.openxmlformats.org/officeDocument/2006/relationships/tags" Target="../tags/tag382.xml"/><Relationship Id="rId4" Type="http://schemas.openxmlformats.org/officeDocument/2006/relationships/tags" Target="../tags/tag367.xml"/><Relationship Id="rId9" Type="http://schemas.openxmlformats.org/officeDocument/2006/relationships/tags" Target="../tags/tag372.xml"/><Relationship Id="rId14" Type="http://schemas.openxmlformats.org/officeDocument/2006/relationships/tags" Target="../tags/tag377.xml"/><Relationship Id="rId22" Type="http://schemas.openxmlformats.org/officeDocument/2006/relationships/tags" Target="../tags/tag385.xml"/><Relationship Id="rId27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395.xml"/><Relationship Id="rId13" Type="http://schemas.openxmlformats.org/officeDocument/2006/relationships/tags" Target="../tags/tag400.xml"/><Relationship Id="rId18" Type="http://schemas.openxmlformats.org/officeDocument/2006/relationships/tags" Target="../tags/tag405.xml"/><Relationship Id="rId26" Type="http://schemas.openxmlformats.org/officeDocument/2006/relationships/tags" Target="../tags/tag413.xml"/><Relationship Id="rId3" Type="http://schemas.openxmlformats.org/officeDocument/2006/relationships/tags" Target="../tags/tag390.xml"/><Relationship Id="rId21" Type="http://schemas.openxmlformats.org/officeDocument/2006/relationships/tags" Target="../tags/tag408.xml"/><Relationship Id="rId7" Type="http://schemas.openxmlformats.org/officeDocument/2006/relationships/tags" Target="../tags/tag394.xml"/><Relationship Id="rId12" Type="http://schemas.openxmlformats.org/officeDocument/2006/relationships/tags" Target="../tags/tag399.xml"/><Relationship Id="rId17" Type="http://schemas.openxmlformats.org/officeDocument/2006/relationships/tags" Target="../tags/tag404.xml"/><Relationship Id="rId25" Type="http://schemas.openxmlformats.org/officeDocument/2006/relationships/tags" Target="../tags/tag412.xml"/><Relationship Id="rId2" Type="http://schemas.openxmlformats.org/officeDocument/2006/relationships/tags" Target="../tags/tag389.xml"/><Relationship Id="rId16" Type="http://schemas.openxmlformats.org/officeDocument/2006/relationships/tags" Target="../tags/tag403.xml"/><Relationship Id="rId20" Type="http://schemas.openxmlformats.org/officeDocument/2006/relationships/tags" Target="../tags/tag407.xml"/><Relationship Id="rId29" Type="http://schemas.openxmlformats.org/officeDocument/2006/relationships/image" Target="../media/image56.svg"/><Relationship Id="rId1" Type="http://schemas.openxmlformats.org/officeDocument/2006/relationships/tags" Target="../tags/tag388.xml"/><Relationship Id="rId6" Type="http://schemas.openxmlformats.org/officeDocument/2006/relationships/tags" Target="../tags/tag393.xml"/><Relationship Id="rId11" Type="http://schemas.openxmlformats.org/officeDocument/2006/relationships/tags" Target="../tags/tag398.xml"/><Relationship Id="rId24" Type="http://schemas.openxmlformats.org/officeDocument/2006/relationships/tags" Target="../tags/tag411.xml"/><Relationship Id="rId5" Type="http://schemas.openxmlformats.org/officeDocument/2006/relationships/tags" Target="../tags/tag392.xml"/><Relationship Id="rId15" Type="http://schemas.openxmlformats.org/officeDocument/2006/relationships/tags" Target="../tags/tag402.xml"/><Relationship Id="rId23" Type="http://schemas.openxmlformats.org/officeDocument/2006/relationships/tags" Target="../tags/tag410.xml"/><Relationship Id="rId28" Type="http://schemas.openxmlformats.org/officeDocument/2006/relationships/image" Target="../media/image55.png"/><Relationship Id="rId10" Type="http://schemas.openxmlformats.org/officeDocument/2006/relationships/tags" Target="../tags/tag397.xml"/><Relationship Id="rId19" Type="http://schemas.openxmlformats.org/officeDocument/2006/relationships/tags" Target="../tags/tag406.xml"/><Relationship Id="rId4" Type="http://schemas.openxmlformats.org/officeDocument/2006/relationships/tags" Target="../tags/tag391.xml"/><Relationship Id="rId9" Type="http://schemas.openxmlformats.org/officeDocument/2006/relationships/tags" Target="../tags/tag396.xml"/><Relationship Id="rId14" Type="http://schemas.openxmlformats.org/officeDocument/2006/relationships/tags" Target="../tags/tag401.xml"/><Relationship Id="rId22" Type="http://schemas.openxmlformats.org/officeDocument/2006/relationships/tags" Target="../tags/tag409.xml"/><Relationship Id="rId27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tags" Target="../tags/tag426.xml"/><Relationship Id="rId18" Type="http://schemas.openxmlformats.org/officeDocument/2006/relationships/tags" Target="../tags/tag431.xml"/><Relationship Id="rId26" Type="http://schemas.openxmlformats.org/officeDocument/2006/relationships/tags" Target="../tags/tag439.xml"/><Relationship Id="rId39" Type="http://schemas.openxmlformats.org/officeDocument/2006/relationships/tags" Target="../tags/tag452.xml"/><Relationship Id="rId21" Type="http://schemas.openxmlformats.org/officeDocument/2006/relationships/tags" Target="../tags/tag434.xml"/><Relationship Id="rId34" Type="http://schemas.openxmlformats.org/officeDocument/2006/relationships/tags" Target="../tags/tag447.xml"/><Relationship Id="rId42" Type="http://schemas.openxmlformats.org/officeDocument/2006/relationships/slideLayout" Target="../slideLayouts/slideLayout7.xml"/><Relationship Id="rId7" Type="http://schemas.openxmlformats.org/officeDocument/2006/relationships/tags" Target="../tags/tag420.xml"/><Relationship Id="rId2" Type="http://schemas.openxmlformats.org/officeDocument/2006/relationships/tags" Target="../tags/tag415.xml"/><Relationship Id="rId16" Type="http://schemas.openxmlformats.org/officeDocument/2006/relationships/tags" Target="../tags/tag429.xml"/><Relationship Id="rId29" Type="http://schemas.openxmlformats.org/officeDocument/2006/relationships/tags" Target="../tags/tag442.xml"/><Relationship Id="rId1" Type="http://schemas.openxmlformats.org/officeDocument/2006/relationships/tags" Target="../tags/tag414.xml"/><Relationship Id="rId6" Type="http://schemas.openxmlformats.org/officeDocument/2006/relationships/tags" Target="../tags/tag419.xml"/><Relationship Id="rId11" Type="http://schemas.openxmlformats.org/officeDocument/2006/relationships/tags" Target="../tags/tag424.xml"/><Relationship Id="rId24" Type="http://schemas.openxmlformats.org/officeDocument/2006/relationships/tags" Target="../tags/tag437.xml"/><Relationship Id="rId32" Type="http://schemas.openxmlformats.org/officeDocument/2006/relationships/tags" Target="../tags/tag445.xml"/><Relationship Id="rId37" Type="http://schemas.openxmlformats.org/officeDocument/2006/relationships/tags" Target="../tags/tag450.xml"/><Relationship Id="rId40" Type="http://schemas.openxmlformats.org/officeDocument/2006/relationships/tags" Target="../tags/tag453.xml"/><Relationship Id="rId45" Type="http://schemas.openxmlformats.org/officeDocument/2006/relationships/image" Target="../media/image58.svg"/><Relationship Id="rId5" Type="http://schemas.openxmlformats.org/officeDocument/2006/relationships/tags" Target="../tags/tag418.xml"/><Relationship Id="rId15" Type="http://schemas.openxmlformats.org/officeDocument/2006/relationships/tags" Target="../tags/tag428.xml"/><Relationship Id="rId23" Type="http://schemas.openxmlformats.org/officeDocument/2006/relationships/tags" Target="../tags/tag436.xml"/><Relationship Id="rId28" Type="http://schemas.openxmlformats.org/officeDocument/2006/relationships/tags" Target="../tags/tag441.xml"/><Relationship Id="rId36" Type="http://schemas.openxmlformats.org/officeDocument/2006/relationships/tags" Target="../tags/tag449.xml"/><Relationship Id="rId10" Type="http://schemas.openxmlformats.org/officeDocument/2006/relationships/tags" Target="../tags/tag423.xml"/><Relationship Id="rId19" Type="http://schemas.openxmlformats.org/officeDocument/2006/relationships/tags" Target="../tags/tag432.xml"/><Relationship Id="rId31" Type="http://schemas.openxmlformats.org/officeDocument/2006/relationships/tags" Target="../tags/tag444.xml"/><Relationship Id="rId44" Type="http://schemas.openxmlformats.org/officeDocument/2006/relationships/image" Target="../media/image57.png"/><Relationship Id="rId4" Type="http://schemas.openxmlformats.org/officeDocument/2006/relationships/tags" Target="../tags/tag417.xml"/><Relationship Id="rId9" Type="http://schemas.openxmlformats.org/officeDocument/2006/relationships/tags" Target="../tags/tag422.xml"/><Relationship Id="rId14" Type="http://schemas.openxmlformats.org/officeDocument/2006/relationships/tags" Target="../tags/tag427.xml"/><Relationship Id="rId22" Type="http://schemas.openxmlformats.org/officeDocument/2006/relationships/tags" Target="../tags/tag435.xml"/><Relationship Id="rId27" Type="http://schemas.openxmlformats.org/officeDocument/2006/relationships/tags" Target="../tags/tag440.xml"/><Relationship Id="rId30" Type="http://schemas.openxmlformats.org/officeDocument/2006/relationships/tags" Target="../tags/tag443.xml"/><Relationship Id="rId35" Type="http://schemas.openxmlformats.org/officeDocument/2006/relationships/tags" Target="../tags/tag448.xml"/><Relationship Id="rId43" Type="http://schemas.openxmlformats.org/officeDocument/2006/relationships/image" Target="../media/image38.jpeg"/><Relationship Id="rId8" Type="http://schemas.openxmlformats.org/officeDocument/2006/relationships/tags" Target="../tags/tag421.xml"/><Relationship Id="rId3" Type="http://schemas.openxmlformats.org/officeDocument/2006/relationships/tags" Target="../tags/tag416.xml"/><Relationship Id="rId12" Type="http://schemas.openxmlformats.org/officeDocument/2006/relationships/tags" Target="../tags/tag425.xml"/><Relationship Id="rId17" Type="http://schemas.openxmlformats.org/officeDocument/2006/relationships/tags" Target="../tags/tag430.xml"/><Relationship Id="rId25" Type="http://schemas.openxmlformats.org/officeDocument/2006/relationships/tags" Target="../tags/tag438.xml"/><Relationship Id="rId33" Type="http://schemas.openxmlformats.org/officeDocument/2006/relationships/tags" Target="../tags/tag446.xml"/><Relationship Id="rId38" Type="http://schemas.openxmlformats.org/officeDocument/2006/relationships/tags" Target="../tags/tag451.xml"/><Relationship Id="rId20" Type="http://schemas.openxmlformats.org/officeDocument/2006/relationships/tags" Target="../tags/tag433.xml"/><Relationship Id="rId41" Type="http://schemas.openxmlformats.org/officeDocument/2006/relationships/tags" Target="../tags/tag45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462.xml"/><Relationship Id="rId13" Type="http://schemas.openxmlformats.org/officeDocument/2006/relationships/tags" Target="../tags/tag46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457.xml"/><Relationship Id="rId21" Type="http://schemas.openxmlformats.org/officeDocument/2006/relationships/image" Target="../media/image59.png"/><Relationship Id="rId7" Type="http://schemas.openxmlformats.org/officeDocument/2006/relationships/tags" Target="../tags/tag461.xml"/><Relationship Id="rId12" Type="http://schemas.openxmlformats.org/officeDocument/2006/relationships/tags" Target="../tags/tag466.xml"/><Relationship Id="rId17" Type="http://schemas.openxmlformats.org/officeDocument/2006/relationships/tags" Target="../tags/tag471.xml"/><Relationship Id="rId2" Type="http://schemas.openxmlformats.org/officeDocument/2006/relationships/tags" Target="../tags/tag456.xml"/><Relationship Id="rId16" Type="http://schemas.openxmlformats.org/officeDocument/2006/relationships/tags" Target="../tags/tag470.xml"/><Relationship Id="rId20" Type="http://schemas.openxmlformats.org/officeDocument/2006/relationships/image" Target="../media/image2.svg"/><Relationship Id="rId1" Type="http://schemas.openxmlformats.org/officeDocument/2006/relationships/tags" Target="../tags/tag455.xml"/><Relationship Id="rId6" Type="http://schemas.openxmlformats.org/officeDocument/2006/relationships/tags" Target="../tags/tag460.xml"/><Relationship Id="rId11" Type="http://schemas.openxmlformats.org/officeDocument/2006/relationships/tags" Target="../tags/tag465.xml"/><Relationship Id="rId5" Type="http://schemas.openxmlformats.org/officeDocument/2006/relationships/tags" Target="../tags/tag459.xml"/><Relationship Id="rId15" Type="http://schemas.openxmlformats.org/officeDocument/2006/relationships/tags" Target="../tags/tag469.xml"/><Relationship Id="rId10" Type="http://schemas.openxmlformats.org/officeDocument/2006/relationships/tags" Target="../tags/tag464.xml"/><Relationship Id="rId19" Type="http://schemas.openxmlformats.org/officeDocument/2006/relationships/image" Target="../media/image1.png"/><Relationship Id="rId4" Type="http://schemas.openxmlformats.org/officeDocument/2006/relationships/tags" Target="../tags/tag458.xml"/><Relationship Id="rId9" Type="http://schemas.openxmlformats.org/officeDocument/2006/relationships/tags" Target="../tags/tag463.xml"/><Relationship Id="rId14" Type="http://schemas.openxmlformats.org/officeDocument/2006/relationships/tags" Target="../tags/tag468.xml"/><Relationship Id="rId22" Type="http://schemas.openxmlformats.org/officeDocument/2006/relationships/image" Target="../media/image6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Shape42"/>
          <p:cNvGrpSpPr/>
          <p:nvPr>
            <p:custDataLst>
              <p:tags r:id="rId1"/>
            </p:custDataLst>
          </p:nvPr>
        </p:nvGrpSpPr>
        <p:grpSpPr>
          <a:xfrm>
            <a:off x="-1572419" y="1582680"/>
            <a:ext cx="5228969" cy="6793692"/>
            <a:chOff x="-2207419" y="947680"/>
            <a:chExt cx="5228969" cy="6793692"/>
          </a:xfrm>
        </p:grpSpPr>
        <p:sp>
          <p:nvSpPr>
            <p:cNvPr id="58" name="Shape37">
              <a:extLst>
                <a:ext uri="{FF2B5EF4-FFF2-40B4-BE49-F238E27FC236}">
                  <a16:creationId xmlns:a16="http://schemas.microsoft.com/office/drawing/2014/main" id="{71A0F4A3-5E8B-4365-B762-34C9BF9089D3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 rot="13855938">
              <a:off x="1128529" y="2314345"/>
              <a:ext cx="1638263" cy="1739239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386A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9" name="Shape39">
              <a:extLst>
                <a:ext uri="{FF2B5EF4-FFF2-40B4-BE49-F238E27FC236}">
                  <a16:creationId xmlns:a16="http://schemas.microsoft.com/office/drawing/2014/main" id="{048CF8AA-7438-4674-BBD4-2E68C5AEB186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 rot="3211484">
              <a:off x="-2055629" y="2664193"/>
              <a:ext cx="4925389" cy="5228969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386AC1">
                <a:alpha val="40000"/>
              </a:srgbClr>
            </a:solidFill>
            <a:ln>
              <a:noFill/>
            </a:ln>
            <a:effectLst>
              <a:softEdge rad="635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0" name="Shape41">
              <a:extLst>
                <a:ext uri="{FF2B5EF4-FFF2-40B4-BE49-F238E27FC236}">
                  <a16:creationId xmlns:a16="http://schemas.microsoft.com/office/drawing/2014/main" id="{DF827799-5EAC-45D9-A402-389D78AB904F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 rot="10513324">
              <a:off x="-106461" y="947680"/>
              <a:ext cx="827548" cy="878555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386AC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37" name="Shape43"/>
          <p:cNvGrpSpPr/>
          <p:nvPr>
            <p:custDataLst>
              <p:tags r:id="rId2"/>
            </p:custDataLst>
          </p:nvPr>
        </p:nvGrpSpPr>
        <p:grpSpPr>
          <a:xfrm>
            <a:off x="5267325" y="2918012"/>
            <a:ext cx="504000" cy="468000"/>
            <a:chOff x="4632325" y="2283012"/>
            <a:chExt cx="504000" cy="468000"/>
          </a:xfrm>
        </p:grpSpPr>
        <p:sp>
          <p:nvSpPr>
            <p:cNvPr id="38" name="Shape5">
              <a:extLst>
                <a:ext uri="{FF2B5EF4-FFF2-40B4-BE49-F238E27FC236}">
                  <a16:creationId xmlns:a16="http://schemas.microsoft.com/office/drawing/2014/main" id="{11E118FE-174D-3BA1-BA93-7A5F35C5239C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 rot="14067739">
              <a:off x="4628913" y="2288396"/>
              <a:ext cx="466029" cy="45920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386AC1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9" name="Shape7">
              <a:extLst>
                <a:ext uri="{FF2B5EF4-FFF2-40B4-BE49-F238E27FC236}">
                  <a16:creationId xmlns:a16="http://schemas.microsoft.com/office/drawing/2014/main" id="{80763FBC-F699-FFD7-A6E8-F17B3FC62DCB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 rot="15486682">
              <a:off x="4681619" y="2266591"/>
              <a:ext cx="438285" cy="471127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386AC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40" name="Shape9"/>
            <p:cNvPicPr/>
            <p:nvPr>
              <p:custDataLst>
                <p:tags r:id="rId22"/>
              </p:custDataLst>
            </p:nvPr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4784290" y="2372566"/>
              <a:ext cx="209836" cy="287914"/>
            </a:xfrm>
            <a:prstGeom prst="rect">
              <a:avLst/>
            </a:prstGeom>
          </p:spPr>
        </p:pic>
      </p:grpSp>
      <p:sp>
        <p:nvSpPr>
          <p:cNvPr id="41" name="Shape11"/>
          <p:cNvSpPr/>
          <p:nvPr>
            <p:custDataLst>
              <p:tags r:id="rId3"/>
            </p:custDataLst>
          </p:nvPr>
        </p:nvSpPr>
        <p:spPr>
          <a:xfrm>
            <a:off x="6023325" y="3028873"/>
            <a:ext cx="2044303" cy="9851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 dirty="0" err="1">
                <a:solidFill>
                  <a:srgbClr val="000000"/>
                </a:solidFill>
                <a:latin typeface="+mn-lt"/>
              </a:rPr>
              <a:t>TransConnect</a:t>
            </a:r>
            <a:r>
              <a:rPr sz="1600" dirty="0">
                <a:solidFill>
                  <a:srgbClr val="000000"/>
                </a:solidFill>
                <a:latin typeface="+mn-lt"/>
              </a:rPr>
              <a:t>: 
Revolutionizing Public 
Transportation 
in Rwanda</a:t>
            </a:r>
          </a:p>
        </p:txBody>
      </p:sp>
      <p:grpSp>
        <p:nvGrpSpPr>
          <p:cNvPr id="42" name="Shape44"/>
          <p:cNvGrpSpPr/>
          <p:nvPr>
            <p:custDataLst>
              <p:tags r:id="rId4"/>
            </p:custDataLst>
          </p:nvPr>
        </p:nvGrpSpPr>
        <p:grpSpPr>
          <a:xfrm>
            <a:off x="5267325" y="4301987"/>
            <a:ext cx="504000" cy="468000"/>
            <a:chOff x="4632325" y="3666987"/>
            <a:chExt cx="504000" cy="468000"/>
          </a:xfrm>
        </p:grpSpPr>
        <p:sp>
          <p:nvSpPr>
            <p:cNvPr id="43" name="Shape13">
              <a:extLst>
                <a:ext uri="{FF2B5EF4-FFF2-40B4-BE49-F238E27FC236}">
                  <a16:creationId xmlns:a16="http://schemas.microsoft.com/office/drawing/2014/main" id="{11E118FE-174D-3BA1-BA93-7A5F35C5239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rot="14067739">
              <a:off x="4628913" y="3672370"/>
              <a:ext cx="466029" cy="45920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386AC1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4" name="Shape15">
              <a:extLst>
                <a:ext uri="{FF2B5EF4-FFF2-40B4-BE49-F238E27FC236}">
                  <a16:creationId xmlns:a16="http://schemas.microsoft.com/office/drawing/2014/main" id="{80763FBC-F699-FFD7-A6E8-F17B3FC62DCB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 rot="15486682">
              <a:off x="4681619" y="3650566"/>
              <a:ext cx="438285" cy="471127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386AC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45" name="Shape17"/>
            <p:cNvPicPr/>
            <p:nvPr>
              <p:custDataLst>
                <p:tags r:id="rId19"/>
              </p:custDataLst>
            </p:nvPr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4745250" y="3756541"/>
              <a:ext cx="287914" cy="287914"/>
            </a:xfrm>
            <a:prstGeom prst="rect">
              <a:avLst/>
            </a:prstGeom>
          </p:spPr>
        </p:pic>
      </p:grpSp>
      <p:sp>
        <p:nvSpPr>
          <p:cNvPr id="46" name="Shape19"/>
          <p:cNvSpPr/>
          <p:nvPr>
            <p:custDataLst>
              <p:tags r:id="rId5"/>
            </p:custDataLst>
          </p:nvPr>
        </p:nvSpPr>
        <p:spPr>
          <a:xfrm>
            <a:off x="6023325" y="4412847"/>
            <a:ext cx="2065147" cy="12313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+mn-lt"/>
              </a:rPr>
              <a:t>Innovating public 
transport with 
real-time geolocation, 
AI, and NFC 
integration</a:t>
            </a:r>
          </a:p>
        </p:txBody>
      </p:sp>
      <p:grpSp>
        <p:nvGrpSpPr>
          <p:cNvPr id="47" name="Shape45"/>
          <p:cNvGrpSpPr/>
          <p:nvPr>
            <p:custDataLst>
              <p:tags r:id="rId6"/>
            </p:custDataLst>
          </p:nvPr>
        </p:nvGrpSpPr>
        <p:grpSpPr>
          <a:xfrm>
            <a:off x="8659625" y="2918012"/>
            <a:ext cx="503999" cy="468000"/>
            <a:chOff x="8024626" y="2283012"/>
            <a:chExt cx="503999" cy="468000"/>
          </a:xfrm>
        </p:grpSpPr>
        <p:sp>
          <p:nvSpPr>
            <p:cNvPr id="48" name="Shape21">
              <a:extLst>
                <a:ext uri="{FF2B5EF4-FFF2-40B4-BE49-F238E27FC236}">
                  <a16:creationId xmlns:a16="http://schemas.microsoft.com/office/drawing/2014/main" id="{11E118FE-174D-3BA1-BA93-7A5F35C5239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 rot="14067739">
              <a:off x="8021213" y="2288396"/>
              <a:ext cx="466029" cy="45920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386AC1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9" name="Shape23">
              <a:extLst>
                <a:ext uri="{FF2B5EF4-FFF2-40B4-BE49-F238E27FC236}">
                  <a16:creationId xmlns:a16="http://schemas.microsoft.com/office/drawing/2014/main" id="{80763FBC-F699-FFD7-A6E8-F17B3FC62DCB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rot="15486682">
              <a:off x="8073920" y="2266591"/>
              <a:ext cx="438285" cy="471127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386AC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50" name="Shape25"/>
            <p:cNvPicPr/>
            <p:nvPr>
              <p:custDataLst>
                <p:tags r:id="rId16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8137551" y="2372566"/>
              <a:ext cx="287914" cy="287914"/>
            </a:xfrm>
            <a:prstGeom prst="rect">
              <a:avLst/>
            </a:prstGeom>
          </p:spPr>
        </p:pic>
      </p:grpSp>
      <p:sp>
        <p:nvSpPr>
          <p:cNvPr id="51" name="Shape27"/>
          <p:cNvSpPr/>
          <p:nvPr>
            <p:custDataLst>
              <p:tags r:id="rId7"/>
            </p:custDataLst>
          </p:nvPr>
        </p:nvSpPr>
        <p:spPr>
          <a:xfrm>
            <a:off x="9415626" y="3028931"/>
            <a:ext cx="1189621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 dirty="0">
                <a:solidFill>
                  <a:srgbClr val="000000"/>
                </a:solidFill>
                <a:latin typeface="+mn-lt"/>
              </a:rPr>
              <a:t>Presented by: </a:t>
            </a:r>
            <a:endParaRPr lang="en-US" sz="1600" dirty="0">
              <a:solidFill>
                <a:srgbClr val="000000"/>
              </a:solidFill>
              <a:latin typeface="+mn-lt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 dirty="0">
                <a:solidFill>
                  <a:srgbClr val="000000"/>
                </a:solidFill>
                <a:latin typeface="+mn-lt"/>
              </a:rPr>
              <a:t>[Name]</a:t>
            </a:r>
          </a:p>
        </p:txBody>
      </p:sp>
      <p:grpSp>
        <p:nvGrpSpPr>
          <p:cNvPr id="52" name="Shape46"/>
          <p:cNvGrpSpPr/>
          <p:nvPr>
            <p:custDataLst>
              <p:tags r:id="rId8"/>
            </p:custDataLst>
          </p:nvPr>
        </p:nvGrpSpPr>
        <p:grpSpPr>
          <a:xfrm>
            <a:off x="8659626" y="3809430"/>
            <a:ext cx="503999" cy="468000"/>
            <a:chOff x="8024626" y="3174430"/>
            <a:chExt cx="503999" cy="468000"/>
          </a:xfrm>
        </p:grpSpPr>
        <p:sp>
          <p:nvSpPr>
            <p:cNvPr id="53" name="Shape29">
              <a:extLst>
                <a:ext uri="{FF2B5EF4-FFF2-40B4-BE49-F238E27FC236}">
                  <a16:creationId xmlns:a16="http://schemas.microsoft.com/office/drawing/2014/main" id="{11E118FE-174D-3BA1-BA93-7A5F35C5239C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 rot="14067739">
              <a:off x="8021214" y="3179814"/>
              <a:ext cx="466029" cy="45920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386AC1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4" name="Shape31">
              <a:extLst>
                <a:ext uri="{FF2B5EF4-FFF2-40B4-BE49-F238E27FC236}">
                  <a16:creationId xmlns:a16="http://schemas.microsoft.com/office/drawing/2014/main" id="{80763FBC-F699-FFD7-A6E8-F17B3FC62DCB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5486682">
              <a:off x="8073920" y="3158009"/>
              <a:ext cx="438285" cy="471127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386AC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55" name="Shape33"/>
            <p:cNvPicPr/>
            <p:nvPr>
              <p:custDataLst>
                <p:tags r:id="rId13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8137551" y="3263984"/>
              <a:ext cx="287914" cy="287914"/>
            </a:xfrm>
            <a:prstGeom prst="rect">
              <a:avLst/>
            </a:prstGeom>
          </p:spPr>
        </p:pic>
      </p:grpSp>
      <p:sp>
        <p:nvSpPr>
          <p:cNvPr id="56" name="Shape35"/>
          <p:cNvSpPr/>
          <p:nvPr>
            <p:custDataLst>
              <p:tags r:id="rId9"/>
            </p:custDataLst>
          </p:nvPr>
        </p:nvSpPr>
        <p:spPr>
          <a:xfrm>
            <a:off x="9415627" y="3920319"/>
            <a:ext cx="1009700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 dirty="0">
                <a:solidFill>
                  <a:srgbClr val="000000"/>
                </a:solidFill>
                <a:latin typeface="+mn-lt"/>
              </a:rPr>
              <a:t>Date: [Date]</a:t>
            </a:r>
          </a:p>
        </p:txBody>
      </p:sp>
      <p:sp>
        <p:nvSpPr>
          <p:cNvPr id="5" name="Shape47">
            <a:extLst>
              <a:ext uri="{FF2B5EF4-FFF2-40B4-BE49-F238E27FC236}">
                <a16:creationId xmlns:a16="http://schemas.microsoft.com/office/drawing/2014/main" id="{D85786B7-5E06-1DBA-F9BA-F0854B6A6F40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267324" y="649615"/>
            <a:ext cx="6256048" cy="10143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7500" b="1" dirty="0" err="1">
                <a:solidFill>
                  <a:srgbClr val="000000"/>
                </a:solidFill>
                <a:latin typeface="+mn-lt"/>
              </a:rPr>
              <a:t>TransConnect</a:t>
            </a:r>
            <a:endParaRPr lang="en-US" sz="7500" b="1" dirty="0">
              <a:solidFill>
                <a:srgbClr val="000000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Shape112"/>
          <p:cNvGrpSpPr/>
          <p:nvPr>
            <p:custDataLst>
              <p:tags r:id="rId1"/>
            </p:custDataLst>
          </p:nvPr>
        </p:nvGrpSpPr>
        <p:grpSpPr>
          <a:xfrm>
            <a:off x="8076298" y="-338382"/>
            <a:ext cx="4316931" cy="3767383"/>
            <a:chOff x="7441297" y="-973382"/>
            <a:chExt cx="4316931" cy="3767383"/>
          </a:xfrm>
        </p:grpSpPr>
        <p:sp>
          <p:nvSpPr>
            <p:cNvPr id="150" name="Shape109">
              <a:extLst>
                <a:ext uri="{FF2B5EF4-FFF2-40B4-BE49-F238E27FC236}">
                  <a16:creationId xmlns:a16="http://schemas.microsoft.com/office/drawing/2014/main" id="{5254AFF9-1CC9-8FD8-58E9-18732651A2DC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 rot="992668">
              <a:off x="7441297" y="-520993"/>
              <a:ext cx="946879" cy="1005241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386AC1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51" name="Shape111">
              <a:extLst>
                <a:ext uri="{FF2B5EF4-FFF2-40B4-BE49-F238E27FC236}">
                  <a16:creationId xmlns:a16="http://schemas.microsoft.com/office/drawing/2014/main" id="{7550C2FD-236F-CA65-ED9E-ED877DA2523F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7914739" y="-973382"/>
              <a:ext cx="3843489" cy="3767383"/>
            </a:xfrm>
            <a:custGeom>
              <a:avLst/>
              <a:gdLst>
                <a:gd name="connsiteX0" fmla="*/ 2009779 w 3843489"/>
                <a:gd name="connsiteY0" fmla="*/ 363 h 3767383"/>
                <a:gd name="connsiteX1" fmla="*/ 3543955 w 3843489"/>
                <a:gd name="connsiteY1" fmla="*/ 557625 h 3767383"/>
                <a:gd name="connsiteX2" fmla="*/ 2911033 w 3843489"/>
                <a:gd name="connsiteY2" fmla="*/ 3519958 h 3767383"/>
                <a:gd name="connsiteX3" fmla="*/ 675103 w 3843489"/>
                <a:gd name="connsiteY3" fmla="*/ 2898700 h 3767383"/>
                <a:gd name="connsiteX4" fmla="*/ 366297 w 3843489"/>
                <a:gd name="connsiteY4" fmla="*/ 522112 h 3767383"/>
                <a:gd name="connsiteX5" fmla="*/ 2009779 w 3843489"/>
                <a:gd name="connsiteY5" fmla="*/ 363 h 3767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43488" h="3767383">
                  <a:moveTo>
                    <a:pt x="2009779" y="363"/>
                  </a:moveTo>
                  <a:cubicBezTo>
                    <a:pt x="2624359" y="-8976"/>
                    <a:pt x="3220721" y="161519"/>
                    <a:pt x="3543955" y="557625"/>
                  </a:cubicBezTo>
                  <a:cubicBezTo>
                    <a:pt x="4190425" y="1349836"/>
                    <a:pt x="3703244" y="2873488"/>
                    <a:pt x="2911033" y="3519958"/>
                  </a:cubicBezTo>
                  <a:cubicBezTo>
                    <a:pt x="2118822" y="4166427"/>
                    <a:pt x="1099227" y="3398342"/>
                    <a:pt x="675103" y="2898700"/>
                  </a:cubicBezTo>
                  <a:cubicBezTo>
                    <a:pt x="250981" y="2399059"/>
                    <a:pt x="-425914" y="1168581"/>
                    <a:pt x="366297" y="522112"/>
                  </a:cubicBezTo>
                  <a:cubicBezTo>
                    <a:pt x="762403" y="198877"/>
                    <a:pt x="1395200" y="9703"/>
                    <a:pt x="2009779" y="363"/>
                  </a:cubicBezTo>
                  <a:close/>
                </a:path>
              </a:pathLst>
            </a:custGeom>
            <a:blipFill>
              <a:blip r:embed="rId66"/>
              <a:stretch>
                <a:fillRect l="-23355" t="-109" r="-23355" b="-109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9pPr>
            </a:lstStyle>
            <a:p>
              <a:pPr algn="ctr"/>
              <a:endParaRPr lang="en-US" sz="1800" b="0" i="0" u="none" strike="noStrike" dirty="0">
                <a:solidFill>
                  <a:schemeClr val="tx1"/>
                </a:solidFill>
                <a:effectLst/>
                <a:latin typeface="Play"/>
              </a:endParaRPr>
            </a:p>
          </p:txBody>
        </p:sp>
      </p:grpSp>
      <p:grpSp>
        <p:nvGrpSpPr>
          <p:cNvPr id="89" name="Shape113"/>
          <p:cNvGrpSpPr/>
          <p:nvPr>
            <p:custDataLst>
              <p:tags r:id="rId2"/>
            </p:custDataLst>
          </p:nvPr>
        </p:nvGrpSpPr>
        <p:grpSpPr>
          <a:xfrm>
            <a:off x="515938" y="3674390"/>
            <a:ext cx="504000" cy="468000"/>
            <a:chOff x="-119062" y="3039390"/>
            <a:chExt cx="504000" cy="468000"/>
          </a:xfrm>
        </p:grpSpPr>
        <p:sp>
          <p:nvSpPr>
            <p:cNvPr id="90" name="Shape13">
              <a:extLst>
                <a:ext uri="{FF2B5EF4-FFF2-40B4-BE49-F238E27FC236}">
                  <a16:creationId xmlns:a16="http://schemas.microsoft.com/office/drawing/2014/main" id="{C5AC1FEE-7C81-7FA0-EBCC-B0AEAF77BB99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 rot="14067739">
              <a:off x="-122474" y="3044774"/>
              <a:ext cx="466029" cy="45920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91" name="Shape15">
              <a:extLst>
                <a:ext uri="{FF2B5EF4-FFF2-40B4-BE49-F238E27FC236}">
                  <a16:creationId xmlns:a16="http://schemas.microsoft.com/office/drawing/2014/main" id="{6EFF1769-E922-067A-CA85-6861811BF188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 rot="15486682">
              <a:off x="-69768" y="3022969"/>
              <a:ext cx="438285" cy="471127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92" name="Shape17"/>
            <p:cNvPicPr/>
            <p:nvPr>
              <p:custDataLst>
                <p:tags r:id="rId62"/>
              </p:custDataLst>
            </p:nvPr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37783" y="3128944"/>
              <a:ext cx="200076" cy="287914"/>
            </a:xfrm>
            <a:prstGeom prst="rect">
              <a:avLst/>
            </a:prstGeom>
          </p:spPr>
        </p:pic>
      </p:grpSp>
      <p:sp>
        <p:nvSpPr>
          <p:cNvPr id="93" name="Shape19"/>
          <p:cNvSpPr/>
          <p:nvPr>
            <p:custDataLst>
              <p:tags r:id="rId3"/>
            </p:custDataLst>
          </p:nvPr>
        </p:nvSpPr>
        <p:spPr>
          <a:xfrm>
            <a:off x="1271938" y="3785251"/>
            <a:ext cx="1803797" cy="246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+mn-lt"/>
              </a:rPr>
              <a:t>Problem Statement</a:t>
            </a:r>
          </a:p>
        </p:txBody>
      </p:sp>
      <p:grpSp>
        <p:nvGrpSpPr>
          <p:cNvPr id="94" name="Shape114"/>
          <p:cNvGrpSpPr/>
          <p:nvPr>
            <p:custDataLst>
              <p:tags r:id="rId4"/>
            </p:custDataLst>
          </p:nvPr>
        </p:nvGrpSpPr>
        <p:grpSpPr>
          <a:xfrm>
            <a:off x="515938" y="4286391"/>
            <a:ext cx="504000" cy="468000"/>
            <a:chOff x="-119062" y="3651391"/>
            <a:chExt cx="504000" cy="468000"/>
          </a:xfrm>
        </p:grpSpPr>
        <p:sp>
          <p:nvSpPr>
            <p:cNvPr id="95" name="Shape21">
              <a:extLst>
                <a:ext uri="{FF2B5EF4-FFF2-40B4-BE49-F238E27FC236}">
                  <a16:creationId xmlns:a16="http://schemas.microsoft.com/office/drawing/2014/main" id="{C5AC1FEE-7C81-7FA0-EBCC-B0AEAF77BB99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 rot="14067739">
              <a:off x="-122474" y="3656774"/>
              <a:ext cx="466029" cy="45920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96" name="Shape23">
              <a:extLst>
                <a:ext uri="{FF2B5EF4-FFF2-40B4-BE49-F238E27FC236}">
                  <a16:creationId xmlns:a16="http://schemas.microsoft.com/office/drawing/2014/main" id="{6EFF1769-E922-067A-CA85-6861811BF188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 rot="15486682">
              <a:off x="-69768" y="3634970"/>
              <a:ext cx="438285" cy="471127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97" name="Shape25"/>
            <p:cNvPicPr/>
            <p:nvPr>
              <p:custDataLst>
                <p:tags r:id="rId59"/>
              </p:custDataLst>
            </p:nvPr>
          </p:nvPicPr>
          <p:blipFill>
            <a:blip r:embed="rId69">
              <a:extLs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tretch>
              <a:fillRect/>
            </a:stretch>
          </p:blipFill>
          <p:spPr>
            <a:xfrm>
              <a:off x="-6137" y="3740945"/>
              <a:ext cx="287914" cy="287914"/>
            </a:xfrm>
            <a:prstGeom prst="rect">
              <a:avLst/>
            </a:prstGeom>
          </p:spPr>
        </p:pic>
      </p:grpSp>
      <p:sp>
        <p:nvSpPr>
          <p:cNvPr id="98" name="Shape27"/>
          <p:cNvSpPr/>
          <p:nvPr>
            <p:custDataLst>
              <p:tags r:id="rId5"/>
            </p:custDataLst>
          </p:nvPr>
        </p:nvSpPr>
        <p:spPr>
          <a:xfrm>
            <a:off x="1271938" y="4397251"/>
            <a:ext cx="1160843" cy="246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+mn-lt"/>
              </a:rPr>
              <a:t>Our Solution</a:t>
            </a:r>
          </a:p>
        </p:txBody>
      </p:sp>
      <p:grpSp>
        <p:nvGrpSpPr>
          <p:cNvPr id="99" name="Shape115"/>
          <p:cNvGrpSpPr/>
          <p:nvPr>
            <p:custDataLst>
              <p:tags r:id="rId6"/>
            </p:custDataLst>
          </p:nvPr>
        </p:nvGrpSpPr>
        <p:grpSpPr>
          <a:xfrm>
            <a:off x="515938" y="4898392"/>
            <a:ext cx="504000" cy="468000"/>
            <a:chOff x="-119062" y="4263392"/>
            <a:chExt cx="504000" cy="468000"/>
          </a:xfrm>
        </p:grpSpPr>
        <p:sp>
          <p:nvSpPr>
            <p:cNvPr id="100" name="Shape29">
              <a:extLst>
                <a:ext uri="{FF2B5EF4-FFF2-40B4-BE49-F238E27FC236}">
                  <a16:creationId xmlns:a16="http://schemas.microsoft.com/office/drawing/2014/main" id="{C5AC1FEE-7C81-7FA0-EBCC-B0AEAF77BB99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 rot="14067739">
              <a:off x="-122474" y="4268775"/>
              <a:ext cx="466029" cy="45920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01" name="Shape31">
              <a:extLst>
                <a:ext uri="{FF2B5EF4-FFF2-40B4-BE49-F238E27FC236}">
                  <a16:creationId xmlns:a16="http://schemas.microsoft.com/office/drawing/2014/main" id="{6EFF1769-E922-067A-CA85-6861811BF188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 rot="15486682">
              <a:off x="-69768" y="4246971"/>
              <a:ext cx="438285" cy="471127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102" name="Shape33"/>
            <p:cNvPicPr/>
            <p:nvPr>
              <p:custDataLst>
                <p:tags r:id="rId56"/>
              </p:custDataLst>
            </p:nvPr>
          </p:nvPicPr>
          <p:blipFill>
            <a:blip r:embed="rId71">
              <a:extLst>
                <a:ext uri="{96DAC541-7B7A-43D3-8B79-37D633B846F1}">
                  <asvg:svgBlip xmlns:asvg="http://schemas.microsoft.com/office/drawing/2016/SVG/main" r:embed="rId72"/>
                </a:ext>
              </a:extLst>
            </a:blip>
            <a:stretch>
              <a:fillRect/>
            </a:stretch>
          </p:blipFill>
          <p:spPr>
            <a:xfrm>
              <a:off x="-6137" y="4352946"/>
              <a:ext cx="287914" cy="287914"/>
            </a:xfrm>
            <a:prstGeom prst="rect">
              <a:avLst/>
            </a:prstGeom>
          </p:spPr>
        </p:pic>
      </p:grpSp>
      <p:sp>
        <p:nvSpPr>
          <p:cNvPr id="103" name="Shape35"/>
          <p:cNvSpPr/>
          <p:nvPr>
            <p:custDataLst>
              <p:tags r:id="rId7"/>
            </p:custDataLst>
          </p:nvPr>
        </p:nvSpPr>
        <p:spPr>
          <a:xfrm>
            <a:off x="1271938" y="5009252"/>
            <a:ext cx="1208945" cy="246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+mn-lt"/>
              </a:rPr>
              <a:t>Key Features</a:t>
            </a:r>
          </a:p>
        </p:txBody>
      </p:sp>
      <p:grpSp>
        <p:nvGrpSpPr>
          <p:cNvPr id="104" name="Shape116"/>
          <p:cNvGrpSpPr/>
          <p:nvPr>
            <p:custDataLst>
              <p:tags r:id="rId8"/>
            </p:custDataLst>
          </p:nvPr>
        </p:nvGrpSpPr>
        <p:grpSpPr>
          <a:xfrm>
            <a:off x="515938" y="5510392"/>
            <a:ext cx="504000" cy="468000"/>
            <a:chOff x="-119062" y="4875392"/>
            <a:chExt cx="504000" cy="468000"/>
          </a:xfrm>
        </p:grpSpPr>
        <p:sp>
          <p:nvSpPr>
            <p:cNvPr id="105" name="Shape37">
              <a:extLst>
                <a:ext uri="{FF2B5EF4-FFF2-40B4-BE49-F238E27FC236}">
                  <a16:creationId xmlns:a16="http://schemas.microsoft.com/office/drawing/2014/main" id="{C5AC1FEE-7C81-7FA0-EBCC-B0AEAF77BB99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 rot="14067739">
              <a:off x="-122474" y="4880776"/>
              <a:ext cx="466029" cy="45920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06" name="Shape39">
              <a:extLst>
                <a:ext uri="{FF2B5EF4-FFF2-40B4-BE49-F238E27FC236}">
                  <a16:creationId xmlns:a16="http://schemas.microsoft.com/office/drawing/2014/main" id="{6EFF1769-E922-067A-CA85-6861811BF188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 rot="15486682">
              <a:off x="-69768" y="4858971"/>
              <a:ext cx="438285" cy="471127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107" name="Shape41"/>
            <p:cNvPicPr/>
            <p:nvPr>
              <p:custDataLst>
                <p:tags r:id="rId53"/>
              </p:custDataLst>
            </p:nvPr>
          </p:nvPicPr>
          <p:blipFill>
            <a:blip r:embed="rId73">
              <a:extLst>
                <a:ext uri="{96DAC541-7B7A-43D3-8B79-37D633B846F1}">
                  <asvg:svgBlip xmlns:asvg="http://schemas.microsoft.com/office/drawing/2016/SVG/main" r:embed="rId74"/>
                </a:ext>
              </a:extLst>
            </a:blip>
            <a:stretch>
              <a:fillRect/>
            </a:stretch>
          </p:blipFill>
          <p:spPr>
            <a:xfrm>
              <a:off x="-6136" y="4964947"/>
              <a:ext cx="287914" cy="287914"/>
            </a:xfrm>
            <a:prstGeom prst="rect">
              <a:avLst/>
            </a:prstGeom>
          </p:spPr>
        </p:pic>
      </p:grpSp>
      <p:sp>
        <p:nvSpPr>
          <p:cNvPr id="108" name="Shape43"/>
          <p:cNvSpPr/>
          <p:nvPr>
            <p:custDataLst>
              <p:tags r:id="rId9"/>
            </p:custDataLst>
          </p:nvPr>
        </p:nvSpPr>
        <p:spPr>
          <a:xfrm>
            <a:off x="1271938" y="5621253"/>
            <a:ext cx="2076371" cy="246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+mn-lt"/>
              </a:rPr>
              <a:t>Real-Time Geolocation</a:t>
            </a:r>
          </a:p>
        </p:txBody>
      </p:sp>
      <p:grpSp>
        <p:nvGrpSpPr>
          <p:cNvPr id="109" name="Shape117"/>
          <p:cNvGrpSpPr/>
          <p:nvPr>
            <p:custDataLst>
              <p:tags r:id="rId10"/>
            </p:custDataLst>
          </p:nvPr>
        </p:nvGrpSpPr>
        <p:grpSpPr>
          <a:xfrm>
            <a:off x="4404300" y="3674390"/>
            <a:ext cx="504000" cy="468000"/>
            <a:chOff x="3769300" y="3039390"/>
            <a:chExt cx="504000" cy="468000"/>
          </a:xfrm>
        </p:grpSpPr>
        <p:sp>
          <p:nvSpPr>
            <p:cNvPr id="110" name="Shape45">
              <a:extLst>
                <a:ext uri="{FF2B5EF4-FFF2-40B4-BE49-F238E27FC236}">
                  <a16:creationId xmlns:a16="http://schemas.microsoft.com/office/drawing/2014/main" id="{C5AC1FEE-7C81-7FA0-EBCC-B0AEAF77BB99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 rot="14067739">
              <a:off x="3765888" y="3044774"/>
              <a:ext cx="466029" cy="45920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11" name="Shape47">
              <a:extLst>
                <a:ext uri="{FF2B5EF4-FFF2-40B4-BE49-F238E27FC236}">
                  <a16:creationId xmlns:a16="http://schemas.microsoft.com/office/drawing/2014/main" id="{6EFF1769-E922-067A-CA85-6861811BF188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 rot="15486682">
              <a:off x="3818594" y="3022969"/>
              <a:ext cx="438285" cy="471127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112" name="Shape49"/>
            <p:cNvPicPr/>
            <p:nvPr>
              <p:custDataLst>
                <p:tags r:id="rId50"/>
              </p:custDataLst>
            </p:nvPr>
          </p:nvPicPr>
          <p:blipFill>
            <a:blip r:embed="rId75">
              <a:extLst>
                <a:ext uri="{96DAC541-7B7A-43D3-8B79-37D633B846F1}">
                  <asvg:svgBlip xmlns:asvg="http://schemas.microsoft.com/office/drawing/2016/SVG/main" r:embed="rId76"/>
                </a:ext>
              </a:extLst>
            </a:blip>
            <a:stretch>
              <a:fillRect/>
            </a:stretch>
          </p:blipFill>
          <p:spPr>
            <a:xfrm>
              <a:off x="3882225" y="3128944"/>
              <a:ext cx="287914" cy="287914"/>
            </a:xfrm>
            <a:prstGeom prst="rect">
              <a:avLst/>
            </a:prstGeom>
          </p:spPr>
        </p:pic>
      </p:grpSp>
      <p:sp>
        <p:nvSpPr>
          <p:cNvPr id="113" name="Shape51"/>
          <p:cNvSpPr/>
          <p:nvPr>
            <p:custDataLst>
              <p:tags r:id="rId11"/>
            </p:custDataLst>
          </p:nvPr>
        </p:nvSpPr>
        <p:spPr>
          <a:xfrm>
            <a:off x="5160300" y="3785251"/>
            <a:ext cx="1784556" cy="246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+mn-lt"/>
              </a:rPr>
              <a:t>Online Bus Booking</a:t>
            </a:r>
          </a:p>
        </p:txBody>
      </p:sp>
      <p:grpSp>
        <p:nvGrpSpPr>
          <p:cNvPr id="114" name="Shape118"/>
          <p:cNvGrpSpPr/>
          <p:nvPr>
            <p:custDataLst>
              <p:tags r:id="rId12"/>
            </p:custDataLst>
          </p:nvPr>
        </p:nvGrpSpPr>
        <p:grpSpPr>
          <a:xfrm>
            <a:off x="4404300" y="4286391"/>
            <a:ext cx="504000" cy="468000"/>
            <a:chOff x="3769301" y="3651391"/>
            <a:chExt cx="504000" cy="468000"/>
          </a:xfrm>
        </p:grpSpPr>
        <p:sp>
          <p:nvSpPr>
            <p:cNvPr id="115" name="Shape53">
              <a:extLst>
                <a:ext uri="{FF2B5EF4-FFF2-40B4-BE49-F238E27FC236}">
                  <a16:creationId xmlns:a16="http://schemas.microsoft.com/office/drawing/2014/main" id="{C5AC1FEE-7C81-7FA0-EBCC-B0AEAF77BB99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 rot="14067739">
              <a:off x="3765888" y="3656774"/>
              <a:ext cx="466029" cy="45920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16" name="Shape55">
              <a:extLst>
                <a:ext uri="{FF2B5EF4-FFF2-40B4-BE49-F238E27FC236}">
                  <a16:creationId xmlns:a16="http://schemas.microsoft.com/office/drawing/2014/main" id="{6EFF1769-E922-067A-CA85-6861811BF188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 rot="15486682">
              <a:off x="3818594" y="3634970"/>
              <a:ext cx="438285" cy="471127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117" name="Shape57"/>
            <p:cNvPicPr/>
            <p:nvPr>
              <p:custDataLst>
                <p:tags r:id="rId47"/>
              </p:custDataLst>
            </p:nvPr>
          </p:nvPicPr>
          <p:blipFill>
            <a:blip r:embed="rId77">
              <a:extLst>
                <a:ext uri="{96DAC541-7B7A-43D3-8B79-37D633B846F1}">
                  <asvg:svgBlip xmlns:asvg="http://schemas.microsoft.com/office/drawing/2016/SVG/main" r:embed="rId78"/>
                </a:ext>
              </a:extLst>
            </a:blip>
            <a:stretch>
              <a:fillRect/>
            </a:stretch>
          </p:blipFill>
          <p:spPr>
            <a:xfrm>
              <a:off x="3884666" y="3740945"/>
              <a:ext cx="283034" cy="287914"/>
            </a:xfrm>
            <a:prstGeom prst="rect">
              <a:avLst/>
            </a:prstGeom>
          </p:spPr>
        </p:pic>
      </p:grpSp>
      <p:sp>
        <p:nvSpPr>
          <p:cNvPr id="118" name="Shape59"/>
          <p:cNvSpPr/>
          <p:nvPr>
            <p:custDataLst>
              <p:tags r:id="rId13"/>
            </p:custDataLst>
          </p:nvPr>
        </p:nvSpPr>
        <p:spPr>
          <a:xfrm>
            <a:off x="5160299" y="4397251"/>
            <a:ext cx="2012236" cy="246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+mn-lt"/>
              </a:rPr>
              <a:t>Passenger Monitoring</a:t>
            </a:r>
          </a:p>
        </p:txBody>
      </p:sp>
      <p:grpSp>
        <p:nvGrpSpPr>
          <p:cNvPr id="119" name="Shape119"/>
          <p:cNvGrpSpPr/>
          <p:nvPr>
            <p:custDataLst>
              <p:tags r:id="rId14"/>
            </p:custDataLst>
          </p:nvPr>
        </p:nvGrpSpPr>
        <p:grpSpPr>
          <a:xfrm>
            <a:off x="4404300" y="4898392"/>
            <a:ext cx="504000" cy="468000"/>
            <a:chOff x="3769300" y="4263392"/>
            <a:chExt cx="504000" cy="468000"/>
          </a:xfrm>
        </p:grpSpPr>
        <p:sp>
          <p:nvSpPr>
            <p:cNvPr id="120" name="Shape61">
              <a:extLst>
                <a:ext uri="{FF2B5EF4-FFF2-40B4-BE49-F238E27FC236}">
                  <a16:creationId xmlns:a16="http://schemas.microsoft.com/office/drawing/2014/main" id="{C5AC1FEE-7C81-7FA0-EBCC-B0AEAF77BB99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 rot="14067739">
              <a:off x="3765888" y="4268775"/>
              <a:ext cx="466029" cy="45920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21" name="Shape63">
              <a:extLst>
                <a:ext uri="{FF2B5EF4-FFF2-40B4-BE49-F238E27FC236}">
                  <a16:creationId xmlns:a16="http://schemas.microsoft.com/office/drawing/2014/main" id="{6EFF1769-E922-067A-CA85-6861811BF188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 rot="15486682">
              <a:off x="3818594" y="4246971"/>
              <a:ext cx="438285" cy="471127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122" name="Shape65"/>
            <p:cNvPicPr/>
            <p:nvPr>
              <p:custDataLst>
                <p:tags r:id="rId44"/>
              </p:custDataLst>
            </p:nvPr>
          </p:nvPicPr>
          <p:blipFill>
            <a:blip r:embed="rId79">
              <a:extLst>
                <a:ext uri="{96DAC541-7B7A-43D3-8B79-37D633B846F1}">
                  <asvg:svgBlip xmlns:asvg="http://schemas.microsoft.com/office/drawing/2016/SVG/main" r:embed="rId80"/>
                </a:ext>
              </a:extLst>
            </a:blip>
            <a:stretch>
              <a:fillRect/>
            </a:stretch>
          </p:blipFill>
          <p:spPr>
            <a:xfrm>
              <a:off x="3909065" y="4352946"/>
              <a:ext cx="234235" cy="287914"/>
            </a:xfrm>
            <a:prstGeom prst="rect">
              <a:avLst/>
            </a:prstGeom>
          </p:spPr>
        </p:pic>
      </p:grpSp>
      <p:sp>
        <p:nvSpPr>
          <p:cNvPr id="123" name="Shape67"/>
          <p:cNvSpPr/>
          <p:nvPr>
            <p:custDataLst>
              <p:tags r:id="rId15"/>
            </p:custDataLst>
          </p:nvPr>
        </p:nvSpPr>
        <p:spPr>
          <a:xfrm>
            <a:off x="5160300" y="5009252"/>
            <a:ext cx="1404557" cy="246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+mn-lt"/>
              </a:rPr>
              <a:t>Speed Tracking</a:t>
            </a:r>
          </a:p>
        </p:txBody>
      </p:sp>
      <p:grpSp>
        <p:nvGrpSpPr>
          <p:cNvPr id="124" name="Shape120"/>
          <p:cNvGrpSpPr/>
          <p:nvPr>
            <p:custDataLst>
              <p:tags r:id="rId16"/>
            </p:custDataLst>
          </p:nvPr>
        </p:nvGrpSpPr>
        <p:grpSpPr>
          <a:xfrm>
            <a:off x="4404300" y="5510392"/>
            <a:ext cx="504000" cy="468000"/>
            <a:chOff x="3769301" y="4875392"/>
            <a:chExt cx="504000" cy="468000"/>
          </a:xfrm>
        </p:grpSpPr>
        <p:sp>
          <p:nvSpPr>
            <p:cNvPr id="125" name="Shape69">
              <a:extLst>
                <a:ext uri="{FF2B5EF4-FFF2-40B4-BE49-F238E27FC236}">
                  <a16:creationId xmlns:a16="http://schemas.microsoft.com/office/drawing/2014/main" id="{C5AC1FEE-7C81-7FA0-EBCC-B0AEAF77BB99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 rot="14067739">
              <a:off x="3765888" y="4880776"/>
              <a:ext cx="466029" cy="45920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26" name="Shape71">
              <a:extLst>
                <a:ext uri="{FF2B5EF4-FFF2-40B4-BE49-F238E27FC236}">
                  <a16:creationId xmlns:a16="http://schemas.microsoft.com/office/drawing/2014/main" id="{6EFF1769-E922-067A-CA85-6861811BF188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 rot="15486682">
              <a:off x="3818594" y="4858971"/>
              <a:ext cx="438285" cy="471127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127" name="Shape73"/>
            <p:cNvPicPr/>
            <p:nvPr>
              <p:custDataLst>
                <p:tags r:id="rId41"/>
              </p:custDataLst>
            </p:nvPr>
          </p:nvPicPr>
          <p:blipFill>
            <a:blip r:embed="rId81">
              <a:extLst>
                <a:ext uri="{96DAC541-7B7A-43D3-8B79-37D633B846F1}">
                  <asvg:svgBlip xmlns:asvg="http://schemas.microsoft.com/office/drawing/2016/SVG/main" r:embed="rId82"/>
                </a:ext>
              </a:extLst>
            </a:blip>
            <a:stretch>
              <a:fillRect/>
            </a:stretch>
          </p:blipFill>
          <p:spPr>
            <a:xfrm>
              <a:off x="3882226" y="4964947"/>
              <a:ext cx="287914" cy="287914"/>
            </a:xfrm>
            <a:prstGeom prst="rect">
              <a:avLst/>
            </a:prstGeom>
          </p:spPr>
        </p:pic>
      </p:grpSp>
      <p:sp>
        <p:nvSpPr>
          <p:cNvPr id="128" name="Shape75"/>
          <p:cNvSpPr/>
          <p:nvPr>
            <p:custDataLst>
              <p:tags r:id="rId17"/>
            </p:custDataLst>
          </p:nvPr>
        </p:nvSpPr>
        <p:spPr>
          <a:xfrm>
            <a:off x="5160300" y="5621253"/>
            <a:ext cx="2332911" cy="246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+mn-lt"/>
              </a:rPr>
              <a:t>NFC Payment Integration</a:t>
            </a:r>
          </a:p>
        </p:txBody>
      </p:sp>
      <p:grpSp>
        <p:nvGrpSpPr>
          <p:cNvPr id="129" name="Shape121"/>
          <p:cNvGrpSpPr/>
          <p:nvPr>
            <p:custDataLst>
              <p:tags r:id="rId18"/>
            </p:custDataLst>
          </p:nvPr>
        </p:nvGrpSpPr>
        <p:grpSpPr>
          <a:xfrm>
            <a:off x="8292661" y="3674390"/>
            <a:ext cx="503999" cy="468000"/>
            <a:chOff x="7657662" y="3039390"/>
            <a:chExt cx="503999" cy="468000"/>
          </a:xfrm>
        </p:grpSpPr>
        <p:sp>
          <p:nvSpPr>
            <p:cNvPr id="130" name="Shape77">
              <a:extLst>
                <a:ext uri="{FF2B5EF4-FFF2-40B4-BE49-F238E27FC236}">
                  <a16:creationId xmlns:a16="http://schemas.microsoft.com/office/drawing/2014/main" id="{C5AC1FEE-7C81-7FA0-EBCC-B0AEAF77BB99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 rot="14067739">
              <a:off x="7654250" y="3044774"/>
              <a:ext cx="466029" cy="45920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31" name="Shape79">
              <a:extLst>
                <a:ext uri="{FF2B5EF4-FFF2-40B4-BE49-F238E27FC236}">
                  <a16:creationId xmlns:a16="http://schemas.microsoft.com/office/drawing/2014/main" id="{6EFF1769-E922-067A-CA85-6861811BF188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 rot="15486682">
              <a:off x="7706956" y="3022969"/>
              <a:ext cx="438285" cy="471127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132" name="Shape81"/>
            <p:cNvPicPr/>
            <p:nvPr>
              <p:custDataLst>
                <p:tags r:id="rId38"/>
              </p:custDataLst>
            </p:nvPr>
          </p:nvPicPr>
          <p:blipFill>
            <a:blip r:embed="rId83">
              <a:extLst>
                <a:ext uri="{96DAC541-7B7A-43D3-8B79-37D633B846F1}">
                  <asvg:svgBlip xmlns:asvg="http://schemas.microsoft.com/office/drawing/2016/SVG/main" r:embed="rId84"/>
                </a:ext>
              </a:extLst>
            </a:blip>
            <a:stretch>
              <a:fillRect/>
            </a:stretch>
          </p:blipFill>
          <p:spPr>
            <a:xfrm>
              <a:off x="7770588" y="3128944"/>
              <a:ext cx="287914" cy="287914"/>
            </a:xfrm>
            <a:prstGeom prst="rect">
              <a:avLst/>
            </a:prstGeom>
          </p:spPr>
        </p:pic>
      </p:grpSp>
      <p:sp>
        <p:nvSpPr>
          <p:cNvPr id="133" name="Shape83"/>
          <p:cNvSpPr/>
          <p:nvPr>
            <p:custDataLst>
              <p:tags r:id="rId19"/>
            </p:custDataLst>
          </p:nvPr>
        </p:nvSpPr>
        <p:spPr>
          <a:xfrm>
            <a:off x="9048662" y="3785251"/>
            <a:ext cx="2114852" cy="246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+mn-lt"/>
              </a:rPr>
              <a:t>AI Crowd Management</a:t>
            </a:r>
          </a:p>
        </p:txBody>
      </p:sp>
      <p:grpSp>
        <p:nvGrpSpPr>
          <p:cNvPr id="134" name="Shape122"/>
          <p:cNvGrpSpPr/>
          <p:nvPr>
            <p:custDataLst>
              <p:tags r:id="rId20"/>
            </p:custDataLst>
          </p:nvPr>
        </p:nvGrpSpPr>
        <p:grpSpPr>
          <a:xfrm>
            <a:off x="8292662" y="4286391"/>
            <a:ext cx="504000" cy="468000"/>
            <a:chOff x="7657662" y="3651391"/>
            <a:chExt cx="504000" cy="468000"/>
          </a:xfrm>
        </p:grpSpPr>
        <p:sp>
          <p:nvSpPr>
            <p:cNvPr id="135" name="Shape85">
              <a:extLst>
                <a:ext uri="{FF2B5EF4-FFF2-40B4-BE49-F238E27FC236}">
                  <a16:creationId xmlns:a16="http://schemas.microsoft.com/office/drawing/2014/main" id="{C5AC1FEE-7C81-7FA0-EBCC-B0AEAF77BB99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 rot="14067739">
              <a:off x="7654250" y="3656774"/>
              <a:ext cx="466029" cy="45920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36" name="Shape87">
              <a:extLst>
                <a:ext uri="{FF2B5EF4-FFF2-40B4-BE49-F238E27FC236}">
                  <a16:creationId xmlns:a16="http://schemas.microsoft.com/office/drawing/2014/main" id="{6EFF1769-E922-067A-CA85-6861811BF188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 rot="15486682">
              <a:off x="7706957" y="3634970"/>
              <a:ext cx="438285" cy="471127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137" name="Shape89"/>
            <p:cNvPicPr/>
            <p:nvPr>
              <p:custDataLst>
                <p:tags r:id="rId35"/>
              </p:custDataLst>
            </p:nvPr>
          </p:nvPicPr>
          <p:blipFill>
            <a:blip r:embed="rId85">
              <a:extLst>
                <a:ext uri="{96DAC541-7B7A-43D3-8B79-37D633B846F1}">
                  <asvg:svgBlip xmlns:asvg="http://schemas.microsoft.com/office/drawing/2016/SVG/main" r:embed="rId86"/>
                </a:ext>
              </a:extLst>
            </a:blip>
            <a:stretch>
              <a:fillRect/>
            </a:stretch>
          </p:blipFill>
          <p:spPr>
            <a:xfrm>
              <a:off x="7770588" y="3740945"/>
              <a:ext cx="287914" cy="287914"/>
            </a:xfrm>
            <a:prstGeom prst="rect">
              <a:avLst/>
            </a:prstGeom>
          </p:spPr>
        </p:pic>
      </p:grpSp>
      <p:sp>
        <p:nvSpPr>
          <p:cNvPr id="138" name="Shape91"/>
          <p:cNvSpPr/>
          <p:nvPr>
            <p:custDataLst>
              <p:tags r:id="rId21"/>
            </p:custDataLst>
          </p:nvPr>
        </p:nvSpPr>
        <p:spPr>
          <a:xfrm>
            <a:off x="9048662" y="4397251"/>
            <a:ext cx="1503966" cy="246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+mn-lt"/>
              </a:rPr>
              <a:t>Target Audience</a:t>
            </a:r>
          </a:p>
        </p:txBody>
      </p:sp>
      <p:grpSp>
        <p:nvGrpSpPr>
          <p:cNvPr id="139" name="Shape123"/>
          <p:cNvGrpSpPr/>
          <p:nvPr>
            <p:custDataLst>
              <p:tags r:id="rId22"/>
            </p:custDataLst>
          </p:nvPr>
        </p:nvGrpSpPr>
        <p:grpSpPr>
          <a:xfrm>
            <a:off x="8292662" y="4898392"/>
            <a:ext cx="503999" cy="468000"/>
            <a:chOff x="7657662" y="4263392"/>
            <a:chExt cx="503999" cy="468000"/>
          </a:xfrm>
        </p:grpSpPr>
        <p:sp>
          <p:nvSpPr>
            <p:cNvPr id="140" name="Shape93">
              <a:extLst>
                <a:ext uri="{FF2B5EF4-FFF2-40B4-BE49-F238E27FC236}">
                  <a16:creationId xmlns:a16="http://schemas.microsoft.com/office/drawing/2014/main" id="{C5AC1FEE-7C81-7FA0-EBCC-B0AEAF77BB99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 rot="14067739">
              <a:off x="7654250" y="4268775"/>
              <a:ext cx="466029" cy="45920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41" name="Shape95">
              <a:extLst>
                <a:ext uri="{FF2B5EF4-FFF2-40B4-BE49-F238E27FC236}">
                  <a16:creationId xmlns:a16="http://schemas.microsoft.com/office/drawing/2014/main" id="{6EFF1769-E922-067A-CA85-6861811BF188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 rot="15486682">
              <a:off x="7706955" y="4246971"/>
              <a:ext cx="438285" cy="471127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142" name="Shape97"/>
            <p:cNvPicPr/>
            <p:nvPr>
              <p:custDataLst>
                <p:tags r:id="rId32"/>
              </p:custDataLst>
            </p:nvPr>
          </p:nvPicPr>
          <p:blipFill>
            <a:blip r:embed="rId87">
              <a:extLst>
                <a:ext uri="{96DAC541-7B7A-43D3-8B79-37D633B846F1}">
                  <asvg:svgBlip xmlns:asvg="http://schemas.microsoft.com/office/drawing/2016/SVG/main" r:embed="rId88"/>
                </a:ext>
              </a:extLst>
            </a:blip>
            <a:stretch>
              <a:fillRect/>
            </a:stretch>
          </p:blipFill>
          <p:spPr>
            <a:xfrm>
              <a:off x="7804747" y="4352946"/>
              <a:ext cx="219596" cy="287914"/>
            </a:xfrm>
            <a:prstGeom prst="rect">
              <a:avLst/>
            </a:prstGeom>
          </p:spPr>
        </p:pic>
      </p:grpSp>
      <p:sp>
        <p:nvSpPr>
          <p:cNvPr id="143" name="Shape99"/>
          <p:cNvSpPr/>
          <p:nvPr>
            <p:custDataLst>
              <p:tags r:id="rId23"/>
            </p:custDataLst>
          </p:nvPr>
        </p:nvSpPr>
        <p:spPr>
          <a:xfrm>
            <a:off x="9048662" y="5009252"/>
            <a:ext cx="1922447" cy="246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+mn-lt"/>
              </a:rPr>
              <a:t>Implementation Plan</a:t>
            </a:r>
          </a:p>
        </p:txBody>
      </p:sp>
      <p:grpSp>
        <p:nvGrpSpPr>
          <p:cNvPr id="144" name="Shape124"/>
          <p:cNvGrpSpPr/>
          <p:nvPr>
            <p:custDataLst>
              <p:tags r:id="rId24"/>
            </p:custDataLst>
          </p:nvPr>
        </p:nvGrpSpPr>
        <p:grpSpPr>
          <a:xfrm>
            <a:off x="8292662" y="5510392"/>
            <a:ext cx="504000" cy="468000"/>
            <a:chOff x="7657662" y="4875392"/>
            <a:chExt cx="504000" cy="468000"/>
          </a:xfrm>
        </p:grpSpPr>
        <p:sp>
          <p:nvSpPr>
            <p:cNvPr id="145" name="Shape101">
              <a:extLst>
                <a:ext uri="{FF2B5EF4-FFF2-40B4-BE49-F238E27FC236}">
                  <a16:creationId xmlns:a16="http://schemas.microsoft.com/office/drawing/2014/main" id="{C5AC1FEE-7C81-7FA0-EBCC-B0AEAF77BB99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 rot="14067739">
              <a:off x="7654250" y="4880776"/>
              <a:ext cx="466029" cy="45920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46" name="Shape103">
              <a:extLst>
                <a:ext uri="{FF2B5EF4-FFF2-40B4-BE49-F238E27FC236}">
                  <a16:creationId xmlns:a16="http://schemas.microsoft.com/office/drawing/2014/main" id="{6EFF1769-E922-067A-CA85-6861811BF188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 rot="15486682">
              <a:off x="7706957" y="4858971"/>
              <a:ext cx="438285" cy="471127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147" name="Shape105"/>
            <p:cNvPicPr/>
            <p:nvPr>
              <p:custDataLst>
                <p:tags r:id="rId29"/>
              </p:custDataLst>
            </p:nvPr>
          </p:nvPicPr>
          <p:blipFill>
            <a:blip r:embed="rId89">
              <a:extLst>
                <a:ext uri="{96DAC541-7B7A-43D3-8B79-37D633B846F1}">
                  <asvg:svgBlip xmlns:asvg="http://schemas.microsoft.com/office/drawing/2016/SVG/main" r:embed="rId90"/>
                </a:ext>
              </a:extLst>
            </a:blip>
            <a:stretch>
              <a:fillRect/>
            </a:stretch>
          </p:blipFill>
          <p:spPr>
            <a:xfrm>
              <a:off x="7780348" y="4964947"/>
              <a:ext cx="268395" cy="287914"/>
            </a:xfrm>
            <a:prstGeom prst="rect">
              <a:avLst/>
            </a:prstGeom>
          </p:spPr>
        </p:pic>
      </p:grpSp>
      <p:sp>
        <p:nvSpPr>
          <p:cNvPr id="148" name="Shape107"/>
          <p:cNvSpPr/>
          <p:nvPr>
            <p:custDataLst>
              <p:tags r:id="rId25"/>
            </p:custDataLst>
          </p:nvPr>
        </p:nvSpPr>
        <p:spPr>
          <a:xfrm>
            <a:off x="9048662" y="5599947"/>
            <a:ext cx="1317668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 dirty="0">
                <a:solidFill>
                  <a:srgbClr val="000000"/>
                </a:solidFill>
                <a:latin typeface="+mn-lt"/>
              </a:rPr>
              <a:t>Financial Model</a:t>
            </a:r>
          </a:p>
        </p:txBody>
      </p:sp>
      <p:sp>
        <p:nvSpPr>
          <p:cNvPr id="4" name="Shape125">
            <a:extLst>
              <a:ext uri="{FF2B5EF4-FFF2-40B4-BE49-F238E27FC236}">
                <a16:creationId xmlns:a16="http://schemas.microsoft.com/office/drawing/2014/main" id="{CE948A0C-6ABA-4807-B69E-A9C0C799CE42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515938" y="1285915"/>
            <a:ext cx="6679339" cy="10143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7500" b="1">
                <a:solidFill>
                  <a:srgbClr val="000000"/>
                </a:solidFill>
                <a:latin typeface="+mn-lt"/>
              </a:rPr>
              <a:t>Course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Shape51"/>
          <p:cNvGrpSpPr/>
          <p:nvPr>
            <p:custDataLst>
              <p:tags r:id="rId1"/>
            </p:custDataLst>
          </p:nvPr>
        </p:nvGrpSpPr>
        <p:grpSpPr>
          <a:xfrm>
            <a:off x="6848094" y="2447341"/>
            <a:ext cx="5228968" cy="6722406"/>
            <a:chOff x="6213093" y="1812341"/>
            <a:chExt cx="5228968" cy="6722406"/>
          </a:xfrm>
        </p:grpSpPr>
        <p:sp>
          <p:nvSpPr>
            <p:cNvPr id="66" name="Shape46">
              <a:extLst>
                <a:ext uri="{FF2B5EF4-FFF2-40B4-BE49-F238E27FC236}">
                  <a16:creationId xmlns:a16="http://schemas.microsoft.com/office/drawing/2014/main" id="{A6D5E7AB-F869-4ED8-9226-8EC7B79A12E1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 rot="10513324">
              <a:off x="9145882" y="3401588"/>
              <a:ext cx="1638263" cy="1739239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386A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7" name="Shape48">
              <a:extLst>
                <a:ext uri="{FF2B5EF4-FFF2-40B4-BE49-F238E27FC236}">
                  <a16:creationId xmlns:a16="http://schemas.microsoft.com/office/drawing/2014/main" id="{24D3FD47-0547-46A6-BC9A-8D6144F7F863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 rot="3211484">
              <a:off x="6364883" y="3457569"/>
              <a:ext cx="4925389" cy="5228969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386AC1">
                <a:alpha val="40000"/>
              </a:srgbClr>
            </a:solidFill>
            <a:ln>
              <a:noFill/>
            </a:ln>
            <a:effectLst>
              <a:softEdge rad="635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8" name="Shape50">
              <a:extLst>
                <a:ext uri="{FF2B5EF4-FFF2-40B4-BE49-F238E27FC236}">
                  <a16:creationId xmlns:a16="http://schemas.microsoft.com/office/drawing/2014/main" id="{5595591F-04B2-4E45-BA62-53DBB2D0CE2B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 rot="10513324">
              <a:off x="8862726" y="1812341"/>
              <a:ext cx="827548" cy="878555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386AC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40" name="Shape52"/>
          <p:cNvGrpSpPr/>
          <p:nvPr>
            <p:custDataLst>
              <p:tags r:id="rId2"/>
            </p:custDataLst>
          </p:nvPr>
        </p:nvGrpSpPr>
        <p:grpSpPr>
          <a:xfrm>
            <a:off x="931137" y="3142116"/>
            <a:ext cx="396478" cy="372770"/>
            <a:chOff x="296137" y="2507116"/>
            <a:chExt cx="396478" cy="372770"/>
          </a:xfrm>
        </p:grpSpPr>
        <p:sp>
          <p:nvSpPr>
            <p:cNvPr id="41" name="Shape8">
              <a:extLst>
                <a:ext uri="{FF2B5EF4-FFF2-40B4-BE49-F238E27FC236}">
                  <a16:creationId xmlns:a16="http://schemas.microsoft.com/office/drawing/2014/main" id="{6C9D0C5F-E3CD-4D63-98EB-0F22CA2661F5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 rot="14067739">
              <a:off x="291157" y="2513666"/>
              <a:ext cx="371200" cy="361239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386AC1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2" name="Shape10">
              <a:extLst>
                <a:ext uri="{FF2B5EF4-FFF2-40B4-BE49-F238E27FC236}">
                  <a16:creationId xmlns:a16="http://schemas.microsoft.com/office/drawing/2014/main" id="{94474F72-AE6C-40DA-B1BC-B06554F143EF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 rot="15486682">
              <a:off x="332756" y="2496358"/>
              <a:ext cx="349102" cy="370618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386AC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43" name="Shape12"/>
            <p:cNvPicPr/>
            <p:nvPr>
              <p:custDataLst>
                <p:tags r:id="rId29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383553" y="2578447"/>
              <a:ext cx="229328" cy="229328"/>
            </a:xfrm>
            <a:prstGeom prst="rect">
              <a:avLst/>
            </a:prstGeom>
          </p:spPr>
        </p:pic>
      </p:grpSp>
      <p:sp>
        <p:nvSpPr>
          <p:cNvPr id="44" name="Shape14"/>
          <p:cNvSpPr/>
          <p:nvPr>
            <p:custDataLst>
              <p:tags r:id="rId3"/>
            </p:custDataLst>
          </p:nvPr>
        </p:nvSpPr>
        <p:spPr>
          <a:xfrm>
            <a:off x="1579616" y="3205362"/>
            <a:ext cx="3508184" cy="246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 b="1">
                <a:solidFill>
                  <a:srgbClr val="000000"/>
                </a:solidFill>
                <a:latin typeface="+mn-lt"/>
              </a:rPr>
              <a:t>Challenges in Public Transportation:</a:t>
            </a:r>
          </a:p>
        </p:txBody>
      </p:sp>
      <p:grpSp>
        <p:nvGrpSpPr>
          <p:cNvPr id="45" name="Shape53"/>
          <p:cNvGrpSpPr/>
          <p:nvPr>
            <p:custDataLst>
              <p:tags r:id="rId4"/>
            </p:custDataLst>
          </p:nvPr>
        </p:nvGrpSpPr>
        <p:grpSpPr>
          <a:xfrm>
            <a:off x="1579615" y="3730886"/>
            <a:ext cx="198382" cy="191571"/>
            <a:chOff x="944615" y="3095886"/>
            <a:chExt cx="198382" cy="191571"/>
          </a:xfrm>
        </p:grpSpPr>
        <p:sp>
          <p:nvSpPr>
            <p:cNvPr id="46" name="Shape16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 rot="14067739">
              <a:off x="942196" y="3109603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386AC1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7" name="Shape18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 rot="15486682">
              <a:off x="968231" y="3090661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386AC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8" name="Shape20"/>
          <p:cNvSpPr/>
          <p:nvPr>
            <p:custDataLst>
              <p:tags r:id="rId5"/>
            </p:custDataLst>
          </p:nvPr>
        </p:nvSpPr>
        <p:spPr>
          <a:xfrm>
            <a:off x="1921996" y="3711229"/>
            <a:ext cx="3840083" cy="230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+mn-lt"/>
              </a:rPr>
              <a:t>Uncertainty in bus availability and schedules</a:t>
            </a:r>
          </a:p>
        </p:txBody>
      </p:sp>
      <p:grpSp>
        <p:nvGrpSpPr>
          <p:cNvPr id="49" name="Shape54"/>
          <p:cNvGrpSpPr/>
          <p:nvPr>
            <p:custDataLst>
              <p:tags r:id="rId6"/>
            </p:custDataLst>
          </p:nvPr>
        </p:nvGrpSpPr>
        <p:grpSpPr>
          <a:xfrm>
            <a:off x="1579615" y="4105772"/>
            <a:ext cx="198382" cy="191571"/>
            <a:chOff x="944615" y="3470772"/>
            <a:chExt cx="198382" cy="191571"/>
          </a:xfrm>
        </p:grpSpPr>
        <p:sp>
          <p:nvSpPr>
            <p:cNvPr id="50" name="Shape22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 rot="14067739">
              <a:off x="942196" y="3484489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386AC1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1" name="Shape24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 rot="15486682">
              <a:off x="968231" y="3465547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386AC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52" name="Shape26"/>
          <p:cNvSpPr/>
          <p:nvPr>
            <p:custDataLst>
              <p:tags r:id="rId7"/>
            </p:custDataLst>
          </p:nvPr>
        </p:nvSpPr>
        <p:spPr>
          <a:xfrm>
            <a:off x="1921996" y="4086115"/>
            <a:ext cx="3937889" cy="230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+mn-lt"/>
              </a:rPr>
              <a:t>Overcrowding at main stations and bus stops</a:t>
            </a:r>
          </a:p>
        </p:txBody>
      </p:sp>
      <p:grpSp>
        <p:nvGrpSpPr>
          <p:cNvPr id="53" name="Shape55"/>
          <p:cNvGrpSpPr/>
          <p:nvPr>
            <p:custDataLst>
              <p:tags r:id="rId8"/>
            </p:custDataLst>
          </p:nvPr>
        </p:nvGrpSpPr>
        <p:grpSpPr>
          <a:xfrm>
            <a:off x="1579615" y="4480658"/>
            <a:ext cx="198382" cy="191571"/>
            <a:chOff x="944615" y="3845658"/>
            <a:chExt cx="198382" cy="191571"/>
          </a:xfrm>
        </p:grpSpPr>
        <p:sp>
          <p:nvSpPr>
            <p:cNvPr id="54" name="Shape28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 rot="14067739">
              <a:off x="942196" y="3859375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386AC1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5" name="Shape30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 rot="15486682">
              <a:off x="968231" y="3840433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386AC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56" name="Shape32"/>
          <p:cNvSpPr/>
          <p:nvPr>
            <p:custDataLst>
              <p:tags r:id="rId9"/>
            </p:custDataLst>
          </p:nvPr>
        </p:nvSpPr>
        <p:spPr>
          <a:xfrm>
            <a:off x="1921997" y="4461001"/>
            <a:ext cx="3086497" cy="230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+mn-lt"/>
              </a:rPr>
              <a:t>Inefficient manual booking systems</a:t>
            </a:r>
          </a:p>
        </p:txBody>
      </p:sp>
      <p:grpSp>
        <p:nvGrpSpPr>
          <p:cNvPr id="57" name="Shape56"/>
          <p:cNvGrpSpPr/>
          <p:nvPr>
            <p:custDataLst>
              <p:tags r:id="rId10"/>
            </p:custDataLst>
          </p:nvPr>
        </p:nvGrpSpPr>
        <p:grpSpPr>
          <a:xfrm>
            <a:off x="1579615" y="4855544"/>
            <a:ext cx="198382" cy="191571"/>
            <a:chOff x="944615" y="4220544"/>
            <a:chExt cx="198382" cy="191571"/>
          </a:xfrm>
        </p:grpSpPr>
        <p:sp>
          <p:nvSpPr>
            <p:cNvPr id="58" name="Shape34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 rot="14067739">
              <a:off x="942196" y="4234261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386AC1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9" name="Shape36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 rot="15486682">
              <a:off x="968231" y="4215319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386AC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60" name="Shape38"/>
          <p:cNvSpPr/>
          <p:nvPr>
            <p:custDataLst>
              <p:tags r:id="rId11"/>
            </p:custDataLst>
          </p:nvPr>
        </p:nvSpPr>
        <p:spPr>
          <a:xfrm>
            <a:off x="1921997" y="4835887"/>
            <a:ext cx="3405568" cy="4617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+mn-lt"/>
              </a:rPr>
              <a:t>Lack of real-time passenger and speed 
monitoring</a:t>
            </a:r>
          </a:p>
        </p:txBody>
      </p:sp>
      <p:grpSp>
        <p:nvGrpSpPr>
          <p:cNvPr id="61" name="Shape57"/>
          <p:cNvGrpSpPr/>
          <p:nvPr>
            <p:custDataLst>
              <p:tags r:id="rId12"/>
            </p:custDataLst>
          </p:nvPr>
        </p:nvGrpSpPr>
        <p:grpSpPr>
          <a:xfrm>
            <a:off x="1579615" y="5461316"/>
            <a:ext cx="198382" cy="191571"/>
            <a:chOff x="944615" y="4826317"/>
            <a:chExt cx="198382" cy="191571"/>
          </a:xfrm>
        </p:grpSpPr>
        <p:sp>
          <p:nvSpPr>
            <p:cNvPr id="62" name="Shape40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rot="14067739">
              <a:off x="942196" y="4840033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386AC1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3" name="Shape42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 rot="15486682">
              <a:off x="968231" y="4821092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386AC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64" name="Shape44"/>
          <p:cNvSpPr/>
          <p:nvPr>
            <p:custDataLst>
              <p:tags r:id="rId13"/>
            </p:custDataLst>
          </p:nvPr>
        </p:nvSpPr>
        <p:spPr>
          <a:xfrm>
            <a:off x="1921997" y="5441659"/>
            <a:ext cx="2953417" cy="4617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+mn-lt"/>
              </a:rPr>
              <a:t>Limited integration of technology 
for payments and operations</a:t>
            </a:r>
          </a:p>
        </p:txBody>
      </p:sp>
      <p:grpSp>
        <p:nvGrpSpPr>
          <p:cNvPr id="38" name="Shape6"/>
          <p:cNvGrpSpPr/>
          <p:nvPr>
            <p:custDataLst>
              <p:tags r:id="rId14"/>
            </p:custDataLst>
          </p:nvPr>
        </p:nvGrpSpPr>
        <p:grpSpPr>
          <a:xfrm>
            <a:off x="923587" y="2760122"/>
            <a:ext cx="1620000" cy="36000"/>
            <a:chOff x="4983480" y="2545080"/>
            <a:chExt cx="1620000" cy="36000"/>
          </a:xfrm>
        </p:grpSpPr>
        <p:sp>
          <p:nvSpPr>
            <p:cNvPr id="39" name="Shape58">
              <a:extLst>
                <a:ext uri="{FF2B5EF4-FFF2-40B4-BE49-F238E27FC236}">
                  <a16:creationId xmlns:a16="http://schemas.microsoft.com/office/drawing/2014/main" id="{C5F9E326-D271-52C4-6F24-1F299F4C1D05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4983480" y="2545080"/>
              <a:ext cx="1620000" cy="36000"/>
            </a:xfrm>
            <a:prstGeom prst="rect">
              <a:avLst/>
            </a:prstGeom>
            <a:solidFill>
              <a:srgbClr val="386A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9pPr>
            </a:lstStyle>
            <a:p>
              <a:pPr algn="ctr"/>
              <a:endParaRPr lang="ru-RU" sz="200">
                <a:solidFill>
                  <a:srgbClr val="000000"/>
                </a:solidFill>
                <a:latin typeface="Play"/>
              </a:endParaRPr>
            </a:p>
          </p:txBody>
        </p:sp>
      </p:grpSp>
      <p:sp>
        <p:nvSpPr>
          <p:cNvPr id="37" name="Shape59">
            <a:extLst>
              <a:ext uri="{FF2B5EF4-FFF2-40B4-BE49-F238E27FC236}">
                <a16:creationId xmlns:a16="http://schemas.microsoft.com/office/drawing/2014/main" id="{A79BADD9-976F-47AC-B132-3188808C7B1C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931137" y="1340032"/>
            <a:ext cx="4693079" cy="5409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000" b="1">
                <a:solidFill>
                  <a:srgbClr val="000000"/>
                </a:solidFill>
                <a:latin typeface="+mn-lt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Shape27"/>
          <p:cNvGrpSpPr/>
          <p:nvPr>
            <p:custDataLst>
              <p:tags r:id="rId1"/>
            </p:custDataLst>
          </p:nvPr>
        </p:nvGrpSpPr>
        <p:grpSpPr>
          <a:xfrm>
            <a:off x="-162962" y="-759869"/>
            <a:ext cx="7457141" cy="7734792"/>
            <a:chOff x="-797962" y="-1394869"/>
            <a:chExt cx="7457141" cy="7734792"/>
          </a:xfrm>
        </p:grpSpPr>
        <p:sp>
          <p:nvSpPr>
            <p:cNvPr id="39" name="Shape24">
              <a:extLst>
                <a:ext uri="{FF2B5EF4-FFF2-40B4-BE49-F238E27FC236}">
                  <a16:creationId xmlns:a16="http://schemas.microsoft.com/office/drawing/2014/main" id="{7D822CF2-728F-05D3-405A-19E581F4E00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2580335" y="-1394869"/>
              <a:ext cx="4078844" cy="4296819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Shape26">
              <a:extLst>
                <a:ext uri="{FF2B5EF4-FFF2-40B4-BE49-F238E27FC236}">
                  <a16:creationId xmlns:a16="http://schemas.microsoft.com/office/drawing/2014/main" id="{376EC996-2EC1-BD05-A8F3-9A139B583DF6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-797962" y="-751920"/>
              <a:ext cx="4942232" cy="7091843"/>
            </a:xfrm>
            <a:custGeom>
              <a:avLst/>
              <a:gdLst>
                <a:gd name="connsiteX0" fmla="*/ 0 w 4942232"/>
                <a:gd name="connsiteY0" fmla="*/ 0 h 7091843"/>
                <a:gd name="connsiteX1" fmla="*/ 3753120 w 4942232"/>
                <a:gd name="connsiteY1" fmla="*/ 0 h 7091843"/>
                <a:gd name="connsiteX2" fmla="*/ 3799561 w 4942232"/>
                <a:gd name="connsiteY2" fmla="*/ 47985 h 7091843"/>
                <a:gd name="connsiteX3" fmla="*/ 4941253 w 4942232"/>
                <a:gd name="connsiteY3" fmla="*/ 3391199 h 7091843"/>
                <a:gd name="connsiteX4" fmla="*/ 3933576 w 4942232"/>
                <a:gd name="connsiteY4" fmla="*/ 6959301 h 7091843"/>
                <a:gd name="connsiteX5" fmla="*/ 3821983 w 4942232"/>
                <a:gd name="connsiteY5" fmla="*/ 7091843 h 7091843"/>
                <a:gd name="connsiteX6" fmla="*/ 0 w 4942232"/>
                <a:gd name="connsiteY6" fmla="*/ 7091843 h 7091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42232" h="7091842">
                  <a:moveTo>
                    <a:pt x="0" y="0"/>
                  </a:moveTo>
                  <a:lnTo>
                    <a:pt x="3753120" y="0"/>
                  </a:lnTo>
                  <a:lnTo>
                    <a:pt x="3799561" y="47985"/>
                  </a:lnTo>
                  <a:cubicBezTo>
                    <a:pt x="4630291" y="961314"/>
                    <a:pt x="4923029" y="2451333"/>
                    <a:pt x="4941253" y="3391199"/>
                  </a:cubicBezTo>
                  <a:cubicBezTo>
                    <a:pt x="4959478" y="4331065"/>
                    <a:pt x="4727109" y="5954350"/>
                    <a:pt x="3933576" y="6959301"/>
                  </a:cubicBezTo>
                  <a:lnTo>
                    <a:pt x="3821983" y="7091843"/>
                  </a:lnTo>
                  <a:lnTo>
                    <a:pt x="0" y="7091843"/>
                  </a:lnTo>
                  <a:close/>
                </a:path>
              </a:pathLst>
            </a:custGeom>
            <a:blipFill>
              <a:blip r:embed="rId19"/>
              <a:stretch>
                <a:fillRect l="-57670" t="-37" r="-57670" b="-37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 b="0" i="0" u="none" strike="noStrike" dirty="0">
                <a:solidFill>
                  <a:schemeClr val="tx1"/>
                </a:solidFill>
                <a:effectLst/>
                <a:latin typeface="Play"/>
              </a:endParaRPr>
            </a:p>
          </p:txBody>
        </p:sp>
      </p:grpSp>
      <p:grpSp>
        <p:nvGrpSpPr>
          <p:cNvPr id="25" name="Shape28"/>
          <p:cNvGrpSpPr/>
          <p:nvPr>
            <p:custDataLst>
              <p:tags r:id="rId2"/>
            </p:custDataLst>
          </p:nvPr>
        </p:nvGrpSpPr>
        <p:grpSpPr>
          <a:xfrm>
            <a:off x="5603873" y="2914650"/>
            <a:ext cx="504000" cy="468001"/>
            <a:chOff x="4968874" y="2279650"/>
            <a:chExt cx="504000" cy="468001"/>
          </a:xfrm>
        </p:grpSpPr>
        <p:sp>
          <p:nvSpPr>
            <p:cNvPr id="26" name="Shape4">
              <a:extLst>
                <a:ext uri="{FF2B5EF4-FFF2-40B4-BE49-F238E27FC236}">
                  <a16:creationId xmlns:a16="http://schemas.microsoft.com/office/drawing/2014/main" id="{5A8EC5C7-44A8-5E75-9E5D-BEFB4E634595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 rot="14067739">
              <a:off x="4965462" y="2285034"/>
              <a:ext cx="466029" cy="45920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7" name="Shape6">
              <a:extLst>
                <a:ext uri="{FF2B5EF4-FFF2-40B4-BE49-F238E27FC236}">
                  <a16:creationId xmlns:a16="http://schemas.microsoft.com/office/drawing/2014/main" id="{A2833435-C067-62AB-2B01-804E9FCA943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 rot="15486682">
              <a:off x="5018168" y="2263229"/>
              <a:ext cx="438285" cy="471127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28" name="Shape8"/>
            <p:cNvPicPr/>
            <p:nvPr>
              <p:custDataLst>
                <p:tags r:id="rId15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5081799" y="2369204"/>
              <a:ext cx="287914" cy="287914"/>
            </a:xfrm>
            <a:prstGeom prst="rect">
              <a:avLst/>
            </a:prstGeom>
          </p:spPr>
        </p:pic>
      </p:grpSp>
      <p:sp>
        <p:nvSpPr>
          <p:cNvPr id="29" name="Shape10"/>
          <p:cNvSpPr/>
          <p:nvPr>
            <p:custDataLst>
              <p:tags r:id="rId3"/>
            </p:custDataLst>
          </p:nvPr>
        </p:nvSpPr>
        <p:spPr>
          <a:xfrm>
            <a:off x="6359874" y="2987030"/>
            <a:ext cx="3351054" cy="323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100" b="1">
                <a:solidFill>
                  <a:srgbClr val="000000"/>
                </a:solidFill>
                <a:latin typeface="+mn-lt"/>
              </a:rPr>
              <a:t>Introducing TransConnect:</a:t>
            </a:r>
          </a:p>
        </p:txBody>
      </p:sp>
      <p:grpSp>
        <p:nvGrpSpPr>
          <p:cNvPr id="30" name="Shape29"/>
          <p:cNvGrpSpPr/>
          <p:nvPr>
            <p:custDataLst>
              <p:tags r:id="rId4"/>
            </p:custDataLst>
          </p:nvPr>
        </p:nvGrpSpPr>
        <p:grpSpPr>
          <a:xfrm>
            <a:off x="6359875" y="3598650"/>
            <a:ext cx="198382" cy="191571"/>
            <a:chOff x="5724875" y="2963650"/>
            <a:chExt cx="198382" cy="191571"/>
          </a:xfrm>
        </p:grpSpPr>
        <p:sp>
          <p:nvSpPr>
            <p:cNvPr id="31" name="Shape12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 rot="14067739">
              <a:off x="5722457" y="2977367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2" name="Shape14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5486682">
              <a:off x="5748491" y="2958425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33" name="Shape16"/>
          <p:cNvSpPr/>
          <p:nvPr>
            <p:custDataLst>
              <p:tags r:id="rId5"/>
            </p:custDataLst>
          </p:nvPr>
        </p:nvSpPr>
        <p:spPr>
          <a:xfrm>
            <a:off x="6702258" y="3540513"/>
            <a:ext cx="3904218" cy="923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 dirty="0">
                <a:solidFill>
                  <a:srgbClr val="000000"/>
                </a:solidFill>
                <a:latin typeface="+mn-lt"/>
              </a:rPr>
              <a:t>A comprehensive digital platform 
addressing public transportation 
challenges in Rwanda</a:t>
            </a:r>
          </a:p>
        </p:txBody>
      </p:sp>
      <p:grpSp>
        <p:nvGrpSpPr>
          <p:cNvPr id="34" name="Shape30"/>
          <p:cNvGrpSpPr/>
          <p:nvPr>
            <p:custDataLst>
              <p:tags r:id="rId6"/>
            </p:custDataLst>
          </p:nvPr>
        </p:nvGrpSpPr>
        <p:grpSpPr>
          <a:xfrm>
            <a:off x="6359875" y="4666194"/>
            <a:ext cx="198382" cy="191571"/>
            <a:chOff x="5724874" y="4031195"/>
            <a:chExt cx="198382" cy="191571"/>
          </a:xfrm>
        </p:grpSpPr>
        <p:sp>
          <p:nvSpPr>
            <p:cNvPr id="35" name="Shape18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 rot="14067739">
              <a:off x="5722456" y="4044911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6" name="Shape20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 rot="15486682">
              <a:off x="5748491" y="4025970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37" name="Shape22"/>
          <p:cNvSpPr/>
          <p:nvPr>
            <p:custDataLst>
              <p:tags r:id="rId7"/>
            </p:custDataLst>
          </p:nvPr>
        </p:nvSpPr>
        <p:spPr>
          <a:xfrm>
            <a:off x="6702257" y="4608056"/>
            <a:ext cx="4601686" cy="12313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+mn-lt"/>
              </a:rPr>
              <a:t>Features include bus route availability, 
booking system, passenger monitoring, 
speed tracking, NFC-based payments, 
and AI-based crowd management</a:t>
            </a:r>
          </a:p>
        </p:txBody>
      </p:sp>
      <p:sp>
        <p:nvSpPr>
          <p:cNvPr id="4" name="Shape31">
            <a:extLst>
              <a:ext uri="{FF2B5EF4-FFF2-40B4-BE49-F238E27FC236}">
                <a16:creationId xmlns:a16="http://schemas.microsoft.com/office/drawing/2014/main" id="{FBEFDFDD-85A7-19CB-B3B9-1A1B51338AE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603875" y="1048871"/>
            <a:ext cx="5790567" cy="10143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7500" b="1">
                <a:solidFill>
                  <a:srgbClr val="000000"/>
                </a:solidFill>
                <a:latin typeface="+mn-lt"/>
              </a:rPr>
              <a:t>Our 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Shape58"/>
          <p:cNvGrpSpPr/>
          <p:nvPr>
            <p:custDataLst>
              <p:tags r:id="rId1"/>
            </p:custDataLst>
          </p:nvPr>
        </p:nvGrpSpPr>
        <p:grpSpPr>
          <a:xfrm>
            <a:off x="6848094" y="2447341"/>
            <a:ext cx="5228968" cy="6722406"/>
            <a:chOff x="6213093" y="1812341"/>
            <a:chExt cx="5228968" cy="6722406"/>
          </a:xfrm>
        </p:grpSpPr>
        <p:sp>
          <p:nvSpPr>
            <p:cNvPr id="75" name="Shape53">
              <a:extLst>
                <a:ext uri="{FF2B5EF4-FFF2-40B4-BE49-F238E27FC236}">
                  <a16:creationId xmlns:a16="http://schemas.microsoft.com/office/drawing/2014/main" id="{A6D5E7AB-F869-4ED8-9226-8EC7B79A12E1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 rot="10513324">
              <a:off x="9145882" y="3401588"/>
              <a:ext cx="1638263" cy="1739239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6" name="Shape55">
              <a:extLst>
                <a:ext uri="{FF2B5EF4-FFF2-40B4-BE49-F238E27FC236}">
                  <a16:creationId xmlns:a16="http://schemas.microsoft.com/office/drawing/2014/main" id="{24D3FD47-0547-46A6-BC9A-8D6144F7F863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 rot="3211484">
              <a:off x="6364883" y="3457569"/>
              <a:ext cx="4925389" cy="5228969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40000"/>
              </a:srgbClr>
            </a:solidFill>
            <a:ln>
              <a:noFill/>
            </a:ln>
            <a:effectLst>
              <a:softEdge rad="635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7" name="Shape57">
              <a:extLst>
                <a:ext uri="{FF2B5EF4-FFF2-40B4-BE49-F238E27FC236}">
                  <a16:creationId xmlns:a16="http://schemas.microsoft.com/office/drawing/2014/main" id="{5595591F-04B2-4E45-BA62-53DBB2D0CE2B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 rot="10513324">
              <a:off x="8862726" y="1812341"/>
              <a:ext cx="827548" cy="878555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45" name="Shape59"/>
          <p:cNvGrpSpPr/>
          <p:nvPr>
            <p:custDataLst>
              <p:tags r:id="rId2"/>
            </p:custDataLst>
          </p:nvPr>
        </p:nvGrpSpPr>
        <p:grpSpPr>
          <a:xfrm>
            <a:off x="931137" y="3142116"/>
            <a:ext cx="396478" cy="372770"/>
            <a:chOff x="296137" y="2507116"/>
            <a:chExt cx="396478" cy="372770"/>
          </a:xfrm>
        </p:grpSpPr>
        <p:sp>
          <p:nvSpPr>
            <p:cNvPr id="46" name="Shape9">
              <a:extLst>
                <a:ext uri="{FF2B5EF4-FFF2-40B4-BE49-F238E27FC236}">
                  <a16:creationId xmlns:a16="http://schemas.microsoft.com/office/drawing/2014/main" id="{6C9D0C5F-E3CD-4D63-98EB-0F22CA2661F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 rot="14067739">
              <a:off x="291157" y="2513666"/>
              <a:ext cx="371200" cy="361239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7" name="Shape11">
              <a:extLst>
                <a:ext uri="{FF2B5EF4-FFF2-40B4-BE49-F238E27FC236}">
                  <a16:creationId xmlns:a16="http://schemas.microsoft.com/office/drawing/2014/main" id="{94474F72-AE6C-40DA-B1BC-B06554F143EF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 rot="15486682">
              <a:off x="332755" y="2496358"/>
              <a:ext cx="349102" cy="370618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48" name="Shape13"/>
            <p:cNvPicPr/>
            <p:nvPr>
              <p:custDataLst>
                <p:tags r:id="rId33"/>
              </p:custDataLst>
            </p:nvPr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383553" y="2578447"/>
              <a:ext cx="229328" cy="229328"/>
            </a:xfrm>
            <a:prstGeom prst="rect">
              <a:avLst/>
            </a:prstGeom>
          </p:spPr>
        </p:pic>
      </p:grpSp>
      <p:sp>
        <p:nvSpPr>
          <p:cNvPr id="49" name="Shape15"/>
          <p:cNvSpPr/>
          <p:nvPr>
            <p:custDataLst>
              <p:tags r:id="rId3"/>
            </p:custDataLst>
          </p:nvPr>
        </p:nvSpPr>
        <p:spPr>
          <a:xfrm>
            <a:off x="1579615" y="3228675"/>
            <a:ext cx="2728944" cy="1996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+mn-lt"/>
              </a:rPr>
              <a:t>Core Functionalities of TransConnect:</a:t>
            </a:r>
          </a:p>
        </p:txBody>
      </p:sp>
      <p:grpSp>
        <p:nvGrpSpPr>
          <p:cNvPr id="50" name="Shape60"/>
          <p:cNvGrpSpPr/>
          <p:nvPr>
            <p:custDataLst>
              <p:tags r:id="rId4"/>
            </p:custDataLst>
          </p:nvPr>
        </p:nvGrpSpPr>
        <p:grpSpPr>
          <a:xfrm>
            <a:off x="1579615" y="3730886"/>
            <a:ext cx="198382" cy="191571"/>
            <a:chOff x="944615" y="3095886"/>
            <a:chExt cx="198382" cy="191571"/>
          </a:xfrm>
        </p:grpSpPr>
        <p:sp>
          <p:nvSpPr>
            <p:cNvPr id="51" name="Shape17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 rot="14067739">
              <a:off x="942196" y="3109603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2" name="Shape19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 rot="15486682">
              <a:off x="968231" y="3090661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53" name="Shape21"/>
          <p:cNvSpPr/>
          <p:nvPr>
            <p:custDataLst>
              <p:tags r:id="rId5"/>
            </p:custDataLst>
          </p:nvPr>
        </p:nvSpPr>
        <p:spPr>
          <a:xfrm>
            <a:off x="1921997" y="3735158"/>
            <a:ext cx="2972657" cy="183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+mn-lt"/>
              </a:rPr>
              <a:t>Bus Booking System: Book seats online via app</a:t>
            </a:r>
          </a:p>
        </p:txBody>
      </p:sp>
      <p:grpSp>
        <p:nvGrpSpPr>
          <p:cNvPr id="54" name="Shape61"/>
          <p:cNvGrpSpPr/>
          <p:nvPr>
            <p:custDataLst>
              <p:tags r:id="rId6"/>
            </p:custDataLst>
          </p:nvPr>
        </p:nvGrpSpPr>
        <p:grpSpPr>
          <a:xfrm>
            <a:off x="1579615" y="4066457"/>
            <a:ext cx="198382" cy="191571"/>
            <a:chOff x="944615" y="3431458"/>
            <a:chExt cx="198382" cy="191571"/>
          </a:xfrm>
        </p:grpSpPr>
        <p:sp>
          <p:nvSpPr>
            <p:cNvPr id="55" name="Shape23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 rot="14067739">
              <a:off x="942196" y="3445174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6" name="Shape25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 rot="15486682">
              <a:off x="968231" y="3426233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57" name="Shape27"/>
          <p:cNvSpPr/>
          <p:nvPr>
            <p:custDataLst>
              <p:tags r:id="rId7"/>
            </p:custDataLst>
          </p:nvPr>
        </p:nvSpPr>
        <p:spPr>
          <a:xfrm>
            <a:off x="1921997" y="4070729"/>
            <a:ext cx="2879661" cy="183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+mn-lt"/>
              </a:rPr>
              <a:t>Speed Tracking: Monitor bus speed for safety</a:t>
            </a:r>
          </a:p>
        </p:txBody>
      </p:sp>
      <p:grpSp>
        <p:nvGrpSpPr>
          <p:cNvPr id="58" name="Shape62"/>
          <p:cNvGrpSpPr/>
          <p:nvPr>
            <p:custDataLst>
              <p:tags r:id="rId8"/>
            </p:custDataLst>
          </p:nvPr>
        </p:nvGrpSpPr>
        <p:grpSpPr>
          <a:xfrm>
            <a:off x="1579615" y="4402029"/>
            <a:ext cx="198382" cy="191571"/>
            <a:chOff x="944615" y="3767029"/>
            <a:chExt cx="198382" cy="191571"/>
          </a:xfrm>
        </p:grpSpPr>
        <p:sp>
          <p:nvSpPr>
            <p:cNvPr id="59" name="Shape29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 rot="14067739">
              <a:off x="942196" y="3780746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0" name="Shape31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 rot="15486682">
              <a:off x="968231" y="3761804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61" name="Shape33"/>
          <p:cNvSpPr/>
          <p:nvPr>
            <p:custDataLst>
              <p:tags r:id="rId9"/>
            </p:custDataLst>
          </p:nvPr>
        </p:nvSpPr>
        <p:spPr>
          <a:xfrm>
            <a:off x="1921997" y="4406300"/>
            <a:ext cx="3474514" cy="183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+mn-lt"/>
              </a:rPr>
              <a:t>NFC Payments: Seamless payment with mobile devices</a:t>
            </a:r>
          </a:p>
        </p:txBody>
      </p:sp>
      <p:grpSp>
        <p:nvGrpSpPr>
          <p:cNvPr id="62" name="Shape63"/>
          <p:cNvGrpSpPr/>
          <p:nvPr>
            <p:custDataLst>
              <p:tags r:id="rId10"/>
            </p:custDataLst>
          </p:nvPr>
        </p:nvGrpSpPr>
        <p:grpSpPr>
          <a:xfrm>
            <a:off x="1579615" y="4737600"/>
            <a:ext cx="198382" cy="191571"/>
            <a:chOff x="944615" y="4102600"/>
            <a:chExt cx="198382" cy="191571"/>
          </a:xfrm>
        </p:grpSpPr>
        <p:sp>
          <p:nvSpPr>
            <p:cNvPr id="63" name="Shape35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 rot="14067739">
              <a:off x="942196" y="4116317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4" name="Shape37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 rot="15486682">
              <a:off x="968231" y="4097375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65" name="Shape39"/>
          <p:cNvSpPr/>
          <p:nvPr>
            <p:custDataLst>
              <p:tags r:id="rId11"/>
            </p:custDataLst>
          </p:nvPr>
        </p:nvSpPr>
        <p:spPr>
          <a:xfrm>
            <a:off x="1921997" y="4741872"/>
            <a:ext cx="3004725" cy="183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+mn-lt"/>
              </a:rPr>
              <a:t>Real-Time Geolocation: Track buses in real time</a:t>
            </a:r>
          </a:p>
        </p:txBody>
      </p:sp>
      <p:grpSp>
        <p:nvGrpSpPr>
          <p:cNvPr id="66" name="Shape64"/>
          <p:cNvGrpSpPr/>
          <p:nvPr>
            <p:custDataLst>
              <p:tags r:id="rId12"/>
            </p:custDataLst>
          </p:nvPr>
        </p:nvGrpSpPr>
        <p:grpSpPr>
          <a:xfrm>
            <a:off x="1579615" y="5073172"/>
            <a:ext cx="198382" cy="191571"/>
            <a:chOff x="944615" y="4438172"/>
            <a:chExt cx="198382" cy="191571"/>
          </a:xfrm>
        </p:grpSpPr>
        <p:sp>
          <p:nvSpPr>
            <p:cNvPr id="67" name="Shape41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 rot="14067739">
              <a:off x="942197" y="4451889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8" name="Shape43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 rot="15486682">
              <a:off x="968232" y="4432947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69" name="Shape45"/>
          <p:cNvSpPr/>
          <p:nvPr>
            <p:custDataLst>
              <p:tags r:id="rId13"/>
            </p:custDataLst>
          </p:nvPr>
        </p:nvSpPr>
        <p:spPr>
          <a:xfrm>
            <a:off x="1921997" y="5076585"/>
            <a:ext cx="3594767" cy="3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+mn-lt"/>
              </a:rPr>
              <a:t>Passenger Monitoring: Use sensors to count passengers 
onboard</a:t>
            </a:r>
          </a:p>
        </p:txBody>
      </p:sp>
      <p:grpSp>
        <p:nvGrpSpPr>
          <p:cNvPr id="70" name="Shape65"/>
          <p:cNvGrpSpPr/>
          <p:nvPr>
            <p:custDataLst>
              <p:tags r:id="rId14"/>
            </p:custDataLst>
          </p:nvPr>
        </p:nvGrpSpPr>
        <p:grpSpPr>
          <a:xfrm>
            <a:off x="1579615" y="5589756"/>
            <a:ext cx="198382" cy="191571"/>
            <a:chOff x="944615" y="4954757"/>
            <a:chExt cx="198382" cy="191571"/>
          </a:xfrm>
        </p:grpSpPr>
        <p:sp>
          <p:nvSpPr>
            <p:cNvPr id="71" name="Shape47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 rot="14067739">
              <a:off x="942197" y="4968473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2" name="Shape49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 rot="15486682">
              <a:off x="968232" y="4949532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73" name="Shape51"/>
          <p:cNvSpPr/>
          <p:nvPr>
            <p:custDataLst>
              <p:tags r:id="rId15"/>
            </p:custDataLst>
          </p:nvPr>
        </p:nvSpPr>
        <p:spPr>
          <a:xfrm>
            <a:off x="1921998" y="5594028"/>
            <a:ext cx="3779155" cy="183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sz="1100">
                <a:solidFill>
                  <a:srgbClr val="000000"/>
                </a:solidFill>
                <a:latin typeface="+mn-lt"/>
              </a:rPr>
              <a:t>AI Management: Optimize boarding processes at stations …</a:t>
            </a:r>
          </a:p>
        </p:txBody>
      </p:sp>
      <p:grpSp>
        <p:nvGrpSpPr>
          <p:cNvPr id="43" name="Shape7"/>
          <p:cNvGrpSpPr/>
          <p:nvPr>
            <p:custDataLst>
              <p:tags r:id="rId16"/>
            </p:custDataLst>
          </p:nvPr>
        </p:nvGrpSpPr>
        <p:grpSpPr>
          <a:xfrm>
            <a:off x="923587" y="2760122"/>
            <a:ext cx="1620000" cy="36000"/>
            <a:chOff x="4983480" y="2545080"/>
            <a:chExt cx="1620000" cy="36000"/>
          </a:xfrm>
        </p:grpSpPr>
        <p:sp>
          <p:nvSpPr>
            <p:cNvPr id="44" name="Shape66">
              <a:extLst>
                <a:ext uri="{FF2B5EF4-FFF2-40B4-BE49-F238E27FC236}">
                  <a16:creationId xmlns:a16="http://schemas.microsoft.com/office/drawing/2014/main" id="{C5F9E326-D271-52C4-6F24-1F299F4C1D05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4983480" y="2545080"/>
              <a:ext cx="1620000" cy="36000"/>
            </a:xfrm>
            <a:prstGeom prst="rect">
              <a:avLst/>
            </a:prstGeom>
            <a:solidFill>
              <a:srgbClr val="6495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9pPr>
            </a:lstStyle>
            <a:p>
              <a:pPr algn="ctr"/>
              <a:endParaRPr lang="ru-RU" sz="200">
                <a:solidFill>
                  <a:srgbClr val="000000"/>
                </a:solidFill>
                <a:latin typeface="Play"/>
              </a:endParaRPr>
            </a:p>
          </p:txBody>
        </p:sp>
      </p:grpSp>
      <p:sp>
        <p:nvSpPr>
          <p:cNvPr id="42" name="Shape67">
            <a:extLst>
              <a:ext uri="{FF2B5EF4-FFF2-40B4-BE49-F238E27FC236}">
                <a16:creationId xmlns:a16="http://schemas.microsoft.com/office/drawing/2014/main" id="{A79BADD9-976F-47AC-B132-3188808C7B1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931137" y="1204787"/>
            <a:ext cx="4878732" cy="8114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000" b="1">
                <a:solidFill>
                  <a:srgbClr val="000000"/>
                </a:solidFill>
                <a:latin typeface="+mn-lt"/>
              </a:rPr>
              <a:t>Key 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Shape44"/>
          <p:cNvGrpSpPr/>
          <p:nvPr>
            <p:custDataLst>
              <p:tags r:id="rId1"/>
            </p:custDataLst>
          </p:nvPr>
        </p:nvGrpSpPr>
        <p:grpSpPr>
          <a:xfrm>
            <a:off x="7500507" y="90629"/>
            <a:ext cx="4803151" cy="6907701"/>
            <a:chOff x="6865507" y="-544371"/>
            <a:chExt cx="4803151" cy="6907701"/>
          </a:xfrm>
        </p:grpSpPr>
        <p:sp>
          <p:nvSpPr>
            <p:cNvPr id="57" name="Shape39">
              <a:extLst>
                <a:ext uri="{FF2B5EF4-FFF2-40B4-BE49-F238E27FC236}">
                  <a16:creationId xmlns:a16="http://schemas.microsoft.com/office/drawing/2014/main" id="{62C560AD-5622-6990-FC51-8982B2D06100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 rot="20295544">
              <a:off x="7345455" y="-357605"/>
              <a:ext cx="2615205" cy="2554772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8" name="Shape41">
              <a:extLst>
                <a:ext uri="{FF2B5EF4-FFF2-40B4-BE49-F238E27FC236}">
                  <a16:creationId xmlns:a16="http://schemas.microsoft.com/office/drawing/2014/main" id="{7275CE68-8A8F-52C4-D3F8-6BFF3ADBA2EB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 rot="15496747">
              <a:off x="10453684" y="-573044"/>
              <a:ext cx="930415" cy="987762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9" name="Shape43">
              <a:extLst>
                <a:ext uri="{FF2B5EF4-FFF2-40B4-BE49-F238E27FC236}">
                  <a16:creationId xmlns:a16="http://schemas.microsoft.com/office/drawing/2014/main" id="{8E4AEA08-2DC9-9671-F82A-9C661701B540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6865507" y="919781"/>
              <a:ext cx="4803151" cy="5443549"/>
            </a:xfrm>
            <a:custGeom>
              <a:avLst/>
              <a:gdLst>
                <a:gd name="connsiteX0" fmla="*/ 3582099 w 4803151"/>
                <a:gd name="connsiteY0" fmla="*/ 7 h 5443549"/>
                <a:gd name="connsiteX1" fmla="*/ 4691924 w 4803151"/>
                <a:gd name="connsiteY1" fmla="*/ 195439 h 5443549"/>
                <a:gd name="connsiteX2" fmla="*/ 4803151 w 4803151"/>
                <a:gd name="connsiteY2" fmla="*/ 245438 h 5443549"/>
                <a:gd name="connsiteX3" fmla="*/ 4803151 w 4803151"/>
                <a:gd name="connsiteY3" fmla="*/ 5443549 h 5443549"/>
                <a:gd name="connsiteX4" fmla="*/ 2410364 w 4803151"/>
                <a:gd name="connsiteY4" fmla="*/ 5443549 h 5443549"/>
                <a:gd name="connsiteX5" fmla="*/ 2258366 w 4803151"/>
                <a:gd name="connsiteY5" fmla="*/ 5369222 h 5443549"/>
                <a:gd name="connsiteX6" fmla="*/ 1510348 w 4803151"/>
                <a:gd name="connsiteY6" fmla="*/ 4881728 h 5443549"/>
                <a:gd name="connsiteX7" fmla="*/ 361830 w 4803151"/>
                <a:gd name="connsiteY7" fmla="*/ 1354915 h 5443549"/>
                <a:gd name="connsiteX8" fmla="*/ 2712699 w 4803151"/>
                <a:gd name="connsiteY8" fmla="*/ 91878 h 5443549"/>
                <a:gd name="connsiteX9" fmla="*/ 3582099 w 4803151"/>
                <a:gd name="connsiteY9" fmla="*/ 7 h 5443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803151" h="5443549">
                  <a:moveTo>
                    <a:pt x="3582099" y="7"/>
                  </a:moveTo>
                  <a:cubicBezTo>
                    <a:pt x="3980383" y="-699"/>
                    <a:pt x="4360781" y="60470"/>
                    <a:pt x="4691924" y="195439"/>
                  </a:cubicBezTo>
                  <a:lnTo>
                    <a:pt x="4803151" y="245438"/>
                  </a:lnTo>
                  <a:lnTo>
                    <a:pt x="4803151" y="5443549"/>
                  </a:lnTo>
                  <a:lnTo>
                    <a:pt x="2410364" y="5443549"/>
                  </a:lnTo>
                  <a:lnTo>
                    <a:pt x="2258366" y="5369222"/>
                  </a:lnTo>
                  <a:cubicBezTo>
                    <a:pt x="1965671" y="5216051"/>
                    <a:pt x="1707308" y="5041445"/>
                    <a:pt x="1510348" y="4881728"/>
                  </a:cubicBezTo>
                  <a:cubicBezTo>
                    <a:pt x="722513" y="4242864"/>
                    <a:pt x="-658554" y="2564526"/>
                    <a:pt x="361830" y="1354915"/>
                  </a:cubicBezTo>
                  <a:cubicBezTo>
                    <a:pt x="872022" y="750109"/>
                    <a:pt x="1780534" y="281619"/>
                    <a:pt x="2712699" y="91878"/>
                  </a:cubicBezTo>
                  <a:cubicBezTo>
                    <a:pt x="3004001" y="32584"/>
                    <a:pt x="3297613" y="512"/>
                    <a:pt x="3582099" y="7"/>
                  </a:cubicBezTo>
                  <a:close/>
                </a:path>
              </a:pathLst>
            </a:custGeom>
            <a:blipFill>
              <a:blip r:embed="rId30"/>
              <a:stretch>
                <a:fillRect l="-34876" t="-73" r="-34876" b="-73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9pPr>
            </a:lstStyle>
            <a:p>
              <a:pPr algn="ctr"/>
              <a:endParaRPr lang="en-US" sz="1800" b="0" i="0" u="none" strike="noStrike" dirty="0">
                <a:solidFill>
                  <a:schemeClr val="tx1"/>
                </a:solidFill>
                <a:effectLst/>
                <a:latin typeface="Play"/>
              </a:endParaRPr>
            </a:p>
          </p:txBody>
        </p:sp>
      </p:grpSp>
      <p:grpSp>
        <p:nvGrpSpPr>
          <p:cNvPr id="35" name="Shape45"/>
          <p:cNvGrpSpPr/>
          <p:nvPr>
            <p:custDataLst>
              <p:tags r:id="rId2"/>
            </p:custDataLst>
          </p:nvPr>
        </p:nvGrpSpPr>
        <p:grpSpPr>
          <a:xfrm>
            <a:off x="931137" y="3824288"/>
            <a:ext cx="396478" cy="372770"/>
            <a:chOff x="296137" y="3189288"/>
            <a:chExt cx="396478" cy="372770"/>
          </a:xfrm>
        </p:grpSpPr>
        <p:sp>
          <p:nvSpPr>
            <p:cNvPr id="36" name="Shape7">
              <a:extLst>
                <a:ext uri="{FF2B5EF4-FFF2-40B4-BE49-F238E27FC236}">
                  <a16:creationId xmlns:a16="http://schemas.microsoft.com/office/drawing/2014/main" id="{6C9D0C5F-E3CD-4D63-98EB-0F22CA2661F5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 rot="14067739">
              <a:off x="291157" y="3195839"/>
              <a:ext cx="371200" cy="361239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7" name="Shape9">
              <a:extLst>
                <a:ext uri="{FF2B5EF4-FFF2-40B4-BE49-F238E27FC236}">
                  <a16:creationId xmlns:a16="http://schemas.microsoft.com/office/drawing/2014/main" id="{94474F72-AE6C-40DA-B1BC-B06554F143EF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 rot="15486682">
              <a:off x="332756" y="3178530"/>
              <a:ext cx="349102" cy="370618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38" name="Shape11"/>
            <p:cNvPicPr/>
            <p:nvPr>
              <p:custDataLst>
                <p:tags r:id="rId25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383553" y="3260619"/>
              <a:ext cx="229328" cy="229328"/>
            </a:xfrm>
            <a:prstGeom prst="rect">
              <a:avLst/>
            </a:prstGeom>
          </p:spPr>
        </p:pic>
      </p:grpSp>
      <p:sp>
        <p:nvSpPr>
          <p:cNvPr id="39" name="Shape13"/>
          <p:cNvSpPr/>
          <p:nvPr>
            <p:custDataLst>
              <p:tags r:id="rId3"/>
            </p:custDataLst>
          </p:nvPr>
        </p:nvSpPr>
        <p:spPr>
          <a:xfrm>
            <a:off x="1579615" y="3887534"/>
            <a:ext cx="864219" cy="246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 b="1">
                <a:solidFill>
                  <a:srgbClr val="000000"/>
                </a:solidFill>
                <a:latin typeface="+mn-lt"/>
              </a:rPr>
              <a:t>Benefits:</a:t>
            </a:r>
          </a:p>
        </p:txBody>
      </p:sp>
      <p:grpSp>
        <p:nvGrpSpPr>
          <p:cNvPr id="40" name="Shape46"/>
          <p:cNvGrpSpPr/>
          <p:nvPr>
            <p:custDataLst>
              <p:tags r:id="rId4"/>
            </p:custDataLst>
          </p:nvPr>
        </p:nvGrpSpPr>
        <p:grpSpPr>
          <a:xfrm>
            <a:off x="1579615" y="4413058"/>
            <a:ext cx="198382" cy="191571"/>
            <a:chOff x="944615" y="3778058"/>
            <a:chExt cx="198382" cy="191571"/>
          </a:xfrm>
        </p:grpSpPr>
        <p:sp>
          <p:nvSpPr>
            <p:cNvPr id="41" name="Shape15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 rot="14067739">
              <a:off x="942196" y="3791775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2" name="Shape17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 rot="15486682">
              <a:off x="968231" y="3772833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3" name="Shape19"/>
          <p:cNvSpPr/>
          <p:nvPr>
            <p:custDataLst>
              <p:tags r:id="rId5"/>
            </p:custDataLst>
          </p:nvPr>
        </p:nvSpPr>
        <p:spPr>
          <a:xfrm>
            <a:off x="1921997" y="4393401"/>
            <a:ext cx="2635948" cy="230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+mn-lt"/>
              </a:rPr>
              <a:t>Accurate bus location updates</a:t>
            </a:r>
          </a:p>
        </p:txBody>
      </p:sp>
      <p:grpSp>
        <p:nvGrpSpPr>
          <p:cNvPr id="44" name="Shape47"/>
          <p:cNvGrpSpPr/>
          <p:nvPr>
            <p:custDataLst>
              <p:tags r:id="rId6"/>
            </p:custDataLst>
          </p:nvPr>
        </p:nvGrpSpPr>
        <p:grpSpPr>
          <a:xfrm>
            <a:off x="1579615" y="4787944"/>
            <a:ext cx="198382" cy="191571"/>
            <a:chOff x="944615" y="4152944"/>
            <a:chExt cx="198382" cy="191571"/>
          </a:xfrm>
        </p:grpSpPr>
        <p:sp>
          <p:nvSpPr>
            <p:cNvPr id="45" name="Shape21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 rot="14067739">
              <a:off x="942196" y="4166661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6" name="Shape23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 rot="15486682">
              <a:off x="968231" y="4147719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7" name="Shape25"/>
          <p:cNvSpPr/>
          <p:nvPr>
            <p:custDataLst>
              <p:tags r:id="rId7"/>
            </p:custDataLst>
          </p:nvPr>
        </p:nvSpPr>
        <p:spPr>
          <a:xfrm>
            <a:off x="1921997" y="4768287"/>
            <a:ext cx="3317383" cy="230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+mn-lt"/>
              </a:rPr>
              <a:t>Reduced waiting times for passengers</a:t>
            </a:r>
          </a:p>
        </p:txBody>
      </p:sp>
      <p:grpSp>
        <p:nvGrpSpPr>
          <p:cNvPr id="48" name="Shape48"/>
          <p:cNvGrpSpPr/>
          <p:nvPr>
            <p:custDataLst>
              <p:tags r:id="rId8"/>
            </p:custDataLst>
          </p:nvPr>
        </p:nvGrpSpPr>
        <p:grpSpPr>
          <a:xfrm>
            <a:off x="1579615" y="5162830"/>
            <a:ext cx="198382" cy="191571"/>
            <a:chOff x="944615" y="4527830"/>
            <a:chExt cx="198382" cy="191571"/>
          </a:xfrm>
        </p:grpSpPr>
        <p:sp>
          <p:nvSpPr>
            <p:cNvPr id="49" name="Shape27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rot="14067739">
              <a:off x="942196" y="4541547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0" name="Shape29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 rot="15486682">
              <a:off x="968231" y="4522605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51" name="Shape31"/>
          <p:cNvSpPr/>
          <p:nvPr>
            <p:custDataLst>
              <p:tags r:id="rId9"/>
            </p:custDataLst>
          </p:nvPr>
        </p:nvSpPr>
        <p:spPr>
          <a:xfrm>
            <a:off x="1921997" y="5143173"/>
            <a:ext cx="3729450" cy="230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+mn-lt"/>
              </a:rPr>
              <a:t>Improved route management for operators</a:t>
            </a:r>
          </a:p>
        </p:txBody>
      </p:sp>
      <p:grpSp>
        <p:nvGrpSpPr>
          <p:cNvPr id="52" name="Shape49"/>
          <p:cNvGrpSpPr/>
          <p:nvPr>
            <p:custDataLst>
              <p:tags r:id="rId10"/>
            </p:custDataLst>
          </p:nvPr>
        </p:nvGrpSpPr>
        <p:grpSpPr>
          <a:xfrm>
            <a:off x="1579615" y="5537716"/>
            <a:ext cx="198382" cy="191571"/>
            <a:chOff x="944615" y="4902716"/>
            <a:chExt cx="198382" cy="191571"/>
          </a:xfrm>
        </p:grpSpPr>
        <p:sp>
          <p:nvSpPr>
            <p:cNvPr id="53" name="Shape33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rot="14067739">
              <a:off x="942196" y="4916433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4" name="Shape35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 rot="15486682">
              <a:off x="968231" y="4897491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55" name="Shape37"/>
          <p:cNvSpPr/>
          <p:nvPr>
            <p:custDataLst>
              <p:tags r:id="rId11"/>
            </p:custDataLst>
          </p:nvPr>
        </p:nvSpPr>
        <p:spPr>
          <a:xfrm>
            <a:off x="1921997" y="5518059"/>
            <a:ext cx="2324894" cy="230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+mn-lt"/>
              </a:rPr>
              <a:t>Enhanced service reliability</a:t>
            </a:r>
          </a:p>
        </p:txBody>
      </p:sp>
      <p:grpSp>
        <p:nvGrpSpPr>
          <p:cNvPr id="33" name="Shape5"/>
          <p:cNvGrpSpPr/>
          <p:nvPr>
            <p:custDataLst>
              <p:tags r:id="rId12"/>
            </p:custDataLst>
          </p:nvPr>
        </p:nvGrpSpPr>
        <p:grpSpPr>
          <a:xfrm>
            <a:off x="923587" y="3341201"/>
            <a:ext cx="1620000" cy="36000"/>
            <a:chOff x="4983480" y="2545080"/>
            <a:chExt cx="1620000" cy="36000"/>
          </a:xfrm>
        </p:grpSpPr>
        <p:sp>
          <p:nvSpPr>
            <p:cNvPr id="34" name="Shape50">
              <a:extLst>
                <a:ext uri="{FF2B5EF4-FFF2-40B4-BE49-F238E27FC236}">
                  <a16:creationId xmlns:a16="http://schemas.microsoft.com/office/drawing/2014/main" id="{C5F9E326-D271-52C4-6F24-1F299F4C1D0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4983480" y="2545080"/>
              <a:ext cx="1620000" cy="36000"/>
            </a:xfrm>
            <a:prstGeom prst="rect">
              <a:avLst/>
            </a:prstGeom>
            <a:solidFill>
              <a:srgbClr val="6495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9pPr>
            </a:lstStyle>
            <a:p>
              <a:pPr algn="ctr"/>
              <a:endParaRPr lang="ru-RU" sz="200">
                <a:solidFill>
                  <a:srgbClr val="000000"/>
                </a:solidFill>
                <a:latin typeface="Play"/>
              </a:endParaRPr>
            </a:p>
          </p:txBody>
        </p:sp>
      </p:grpSp>
      <p:sp>
        <p:nvSpPr>
          <p:cNvPr id="32" name="Shape51">
            <a:extLst>
              <a:ext uri="{FF2B5EF4-FFF2-40B4-BE49-F238E27FC236}">
                <a16:creationId xmlns:a16="http://schemas.microsoft.com/office/drawing/2014/main" id="{A79BADD9-976F-47AC-B132-3188808C7B1C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931137" y="1217781"/>
            <a:ext cx="3479914" cy="127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800" b="1">
                <a:solidFill>
                  <a:srgbClr val="000000"/>
                </a:solidFill>
                <a:latin typeface="+mn-lt"/>
              </a:rPr>
              <a:t>Real-Time 
Geolocation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Shape40"/>
          <p:cNvGrpSpPr/>
          <p:nvPr>
            <p:custDataLst>
              <p:tags r:id="rId1"/>
            </p:custDataLst>
          </p:nvPr>
        </p:nvGrpSpPr>
        <p:grpSpPr>
          <a:xfrm>
            <a:off x="-998141" y="-209058"/>
            <a:ext cx="12740322" cy="7067059"/>
            <a:chOff x="-1633141" y="-844058"/>
            <a:chExt cx="12740322" cy="7067059"/>
          </a:xfrm>
        </p:grpSpPr>
        <p:sp>
          <p:nvSpPr>
            <p:cNvPr id="48" name="Shape31">
              <a:extLst>
                <a:ext uri="{FF2B5EF4-FFF2-40B4-BE49-F238E27FC236}">
                  <a16:creationId xmlns:a16="http://schemas.microsoft.com/office/drawing/2014/main" id="{0B36D332-5253-8368-C586-4C7BF8916788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-253261" y="2835884"/>
              <a:ext cx="2572512" cy="3387116"/>
            </a:xfrm>
            <a:prstGeom prst="rect">
              <a:avLst/>
            </a:prstGeom>
            <a:blipFill>
              <a:blip r:embed="rId26"/>
              <a:stretch>
                <a:fillRect l="-48489" t="-132" r="-48489" b="-132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 b="0" i="0" u="none" strike="noStrike">
                <a:solidFill>
                  <a:schemeClr val="tx1"/>
                </a:solidFill>
                <a:effectLst/>
                <a:latin typeface="Play"/>
              </a:endParaRPr>
            </a:p>
          </p:txBody>
        </p:sp>
        <p:sp>
          <p:nvSpPr>
            <p:cNvPr id="49" name="Shape33">
              <a:extLst>
                <a:ext uri="{FF2B5EF4-FFF2-40B4-BE49-F238E27FC236}">
                  <a16:creationId xmlns:a16="http://schemas.microsoft.com/office/drawing/2014/main" id="{AD42AEF8-6093-AC30-4E97-79020B00418A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2676049" y="2835884"/>
              <a:ext cx="2572512" cy="3387116"/>
            </a:xfrm>
            <a:prstGeom prst="rect">
              <a:avLst/>
            </a:prstGeom>
            <a:blipFill>
              <a:blip r:embed="rId26"/>
              <a:stretch>
                <a:fillRect l="-48489" t="-132" r="-48489" b="-132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 b="0" i="0" u="none" strike="noStrike">
                <a:solidFill>
                  <a:schemeClr val="tx1"/>
                </a:solidFill>
                <a:effectLst/>
                <a:latin typeface="Play"/>
              </a:endParaRPr>
            </a:p>
          </p:txBody>
        </p:sp>
        <p:sp>
          <p:nvSpPr>
            <p:cNvPr id="50" name="Shape35">
              <a:extLst>
                <a:ext uri="{FF2B5EF4-FFF2-40B4-BE49-F238E27FC236}">
                  <a16:creationId xmlns:a16="http://schemas.microsoft.com/office/drawing/2014/main" id="{FFA0FD8C-BAE7-176A-08AB-8CD353BEC51D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5605359" y="-635152"/>
              <a:ext cx="2572512" cy="3387116"/>
            </a:xfrm>
            <a:prstGeom prst="rect">
              <a:avLst/>
            </a:prstGeom>
            <a:blipFill>
              <a:blip r:embed="rId26"/>
              <a:stretch>
                <a:fillRect l="-48489" t="-132" r="-48489" b="-132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 b="0" i="0" u="none" strike="noStrike" dirty="0">
                <a:solidFill>
                  <a:schemeClr val="tx1"/>
                </a:solidFill>
                <a:effectLst/>
                <a:latin typeface="Play"/>
              </a:endParaRPr>
            </a:p>
          </p:txBody>
        </p:sp>
        <p:sp>
          <p:nvSpPr>
            <p:cNvPr id="51" name="Shape37">
              <a:extLst>
                <a:ext uri="{FF2B5EF4-FFF2-40B4-BE49-F238E27FC236}">
                  <a16:creationId xmlns:a16="http://schemas.microsoft.com/office/drawing/2014/main" id="{6248C69C-0DDB-655B-035F-64E6EF31560C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8534668" y="-635152"/>
              <a:ext cx="2572512" cy="3387116"/>
            </a:xfrm>
            <a:prstGeom prst="rect">
              <a:avLst/>
            </a:prstGeom>
            <a:blipFill>
              <a:blip r:embed="rId26"/>
              <a:stretch>
                <a:fillRect l="-48489" t="-132" r="-48489" b="-132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 b="0" i="0" u="none" strike="noStrike">
                <a:solidFill>
                  <a:schemeClr val="tx1"/>
                </a:solidFill>
                <a:effectLst/>
                <a:latin typeface="Play"/>
              </a:endParaRPr>
            </a:p>
          </p:txBody>
        </p:sp>
        <p:sp>
          <p:nvSpPr>
            <p:cNvPr id="52" name="Shape39">
              <a:extLst>
                <a:ext uri="{FF2B5EF4-FFF2-40B4-BE49-F238E27FC236}">
                  <a16:creationId xmlns:a16="http://schemas.microsoft.com/office/drawing/2014/main" id="{93451434-34B8-75CA-6994-40D57DC5A5D6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 rot="9830280">
              <a:off x="-1633141" y="-844058"/>
              <a:ext cx="2535938" cy="2792770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0" name="Shape41"/>
          <p:cNvGrpSpPr/>
          <p:nvPr>
            <p:custDataLst>
              <p:tags r:id="rId2"/>
            </p:custDataLst>
          </p:nvPr>
        </p:nvGrpSpPr>
        <p:grpSpPr>
          <a:xfrm>
            <a:off x="6240359" y="3645243"/>
            <a:ext cx="503999" cy="468001"/>
            <a:chOff x="5605359" y="3010243"/>
            <a:chExt cx="503999" cy="468001"/>
          </a:xfrm>
        </p:grpSpPr>
        <p:sp>
          <p:nvSpPr>
            <p:cNvPr id="31" name="Shape5">
              <a:extLst>
                <a:ext uri="{FF2B5EF4-FFF2-40B4-BE49-F238E27FC236}">
                  <a16:creationId xmlns:a16="http://schemas.microsoft.com/office/drawing/2014/main" id="{7DF512D8-7AA8-2F55-9B45-70BF11B53C6E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rot="14067739">
              <a:off x="5601947" y="3015627"/>
              <a:ext cx="466029" cy="45920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2" name="Shape7">
              <a:extLst>
                <a:ext uri="{FF2B5EF4-FFF2-40B4-BE49-F238E27FC236}">
                  <a16:creationId xmlns:a16="http://schemas.microsoft.com/office/drawing/2014/main" id="{92D9F6EC-7E1B-E541-2A08-37E669A01BE8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 rot="15486682">
              <a:off x="5654653" y="2993822"/>
              <a:ext cx="438285" cy="471127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33" name="Shape9"/>
            <p:cNvPicPr/>
            <p:nvPr>
              <p:custDataLst>
                <p:tags r:id="rId19"/>
              </p:custDataLst>
            </p:nvPr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5720684" y="3099797"/>
              <a:ext cx="283116" cy="287914"/>
            </a:xfrm>
            <a:prstGeom prst="rect">
              <a:avLst/>
            </a:prstGeom>
          </p:spPr>
        </p:pic>
      </p:grpSp>
      <p:sp>
        <p:nvSpPr>
          <p:cNvPr id="34" name="Shape11"/>
          <p:cNvSpPr/>
          <p:nvPr>
            <p:custDataLst>
              <p:tags r:id="rId3"/>
            </p:custDataLst>
          </p:nvPr>
        </p:nvSpPr>
        <p:spPr>
          <a:xfrm>
            <a:off x="6996359" y="3756104"/>
            <a:ext cx="918734" cy="246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 b="1">
                <a:solidFill>
                  <a:srgbClr val="000000"/>
                </a:solidFill>
                <a:latin typeface="+mn-lt"/>
              </a:rPr>
              <a:t>Features:</a:t>
            </a:r>
          </a:p>
        </p:txBody>
      </p:sp>
      <p:grpSp>
        <p:nvGrpSpPr>
          <p:cNvPr id="35" name="Shape42"/>
          <p:cNvGrpSpPr/>
          <p:nvPr>
            <p:custDataLst>
              <p:tags r:id="rId4"/>
            </p:custDataLst>
          </p:nvPr>
        </p:nvGrpSpPr>
        <p:grpSpPr>
          <a:xfrm>
            <a:off x="6996359" y="4329243"/>
            <a:ext cx="198382" cy="191571"/>
            <a:chOff x="6361358" y="3694243"/>
            <a:chExt cx="198382" cy="191571"/>
          </a:xfrm>
        </p:grpSpPr>
        <p:sp>
          <p:nvSpPr>
            <p:cNvPr id="36" name="Shape13">
              <a:extLst>
                <a:ext uri="{FF2B5EF4-FFF2-40B4-BE49-F238E27FC236}">
                  <a16:creationId xmlns:a16="http://schemas.microsoft.com/office/drawing/2014/main" id="{8162BEFE-F977-59FC-C479-3289F7DE1A8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rot="14067739">
              <a:off x="6358940" y="3707960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7" name="Shape15">
              <a:extLst>
                <a:ext uri="{FF2B5EF4-FFF2-40B4-BE49-F238E27FC236}">
                  <a16:creationId xmlns:a16="http://schemas.microsoft.com/office/drawing/2014/main" id="{BED47682-9C1D-3D42-B64B-7C44983D78A0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 rot="15486682">
              <a:off x="6384975" y="3689019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38" name="Shape17"/>
          <p:cNvSpPr/>
          <p:nvPr>
            <p:custDataLst>
              <p:tags r:id="rId5"/>
            </p:custDataLst>
          </p:nvPr>
        </p:nvSpPr>
        <p:spPr>
          <a:xfrm>
            <a:off x="7338741" y="4309586"/>
            <a:ext cx="3745484" cy="230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+mn-lt"/>
              </a:rPr>
              <a:t>Easy seat reservation through a mobile app</a:t>
            </a:r>
          </a:p>
        </p:txBody>
      </p:sp>
      <p:grpSp>
        <p:nvGrpSpPr>
          <p:cNvPr id="39" name="Shape43"/>
          <p:cNvGrpSpPr/>
          <p:nvPr>
            <p:custDataLst>
              <p:tags r:id="rId6"/>
            </p:custDataLst>
          </p:nvPr>
        </p:nvGrpSpPr>
        <p:grpSpPr>
          <a:xfrm>
            <a:off x="6996360" y="4704129"/>
            <a:ext cx="198382" cy="191571"/>
            <a:chOff x="6361360" y="4069130"/>
            <a:chExt cx="198382" cy="191571"/>
          </a:xfrm>
        </p:grpSpPr>
        <p:sp>
          <p:nvSpPr>
            <p:cNvPr id="40" name="Shape19">
              <a:extLst>
                <a:ext uri="{FF2B5EF4-FFF2-40B4-BE49-F238E27FC236}">
                  <a16:creationId xmlns:a16="http://schemas.microsoft.com/office/drawing/2014/main" id="{8162BEFE-F977-59FC-C479-3289F7DE1A8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 rot="14067739">
              <a:off x="6358941" y="4082846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1" name="Shape21">
              <a:extLst>
                <a:ext uri="{FF2B5EF4-FFF2-40B4-BE49-F238E27FC236}">
                  <a16:creationId xmlns:a16="http://schemas.microsoft.com/office/drawing/2014/main" id="{BED47682-9C1D-3D42-B64B-7C44983D78A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 rot="15486682">
              <a:off x="6384976" y="4063905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2" name="Shape23"/>
          <p:cNvSpPr/>
          <p:nvPr>
            <p:custDataLst>
              <p:tags r:id="rId7"/>
            </p:custDataLst>
          </p:nvPr>
        </p:nvSpPr>
        <p:spPr>
          <a:xfrm>
            <a:off x="7338742" y="4684472"/>
            <a:ext cx="2868438" cy="230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+mn-lt"/>
              </a:rPr>
              <a:t>View seat availability in real-time</a:t>
            </a:r>
          </a:p>
        </p:txBody>
      </p:sp>
      <p:grpSp>
        <p:nvGrpSpPr>
          <p:cNvPr id="43" name="Shape44"/>
          <p:cNvGrpSpPr/>
          <p:nvPr>
            <p:custDataLst>
              <p:tags r:id="rId8"/>
            </p:custDataLst>
          </p:nvPr>
        </p:nvGrpSpPr>
        <p:grpSpPr>
          <a:xfrm>
            <a:off x="6996359" y="5079016"/>
            <a:ext cx="198382" cy="191571"/>
            <a:chOff x="6361359" y="4444016"/>
            <a:chExt cx="198382" cy="191571"/>
          </a:xfrm>
        </p:grpSpPr>
        <p:sp>
          <p:nvSpPr>
            <p:cNvPr id="44" name="Shape25">
              <a:extLst>
                <a:ext uri="{FF2B5EF4-FFF2-40B4-BE49-F238E27FC236}">
                  <a16:creationId xmlns:a16="http://schemas.microsoft.com/office/drawing/2014/main" id="{8162BEFE-F977-59FC-C479-3289F7DE1A89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 rot="14067739">
              <a:off x="6358941" y="4457733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5" name="Shape27">
              <a:extLst>
                <a:ext uri="{FF2B5EF4-FFF2-40B4-BE49-F238E27FC236}">
                  <a16:creationId xmlns:a16="http://schemas.microsoft.com/office/drawing/2014/main" id="{BED47682-9C1D-3D42-B64B-7C44983D78A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5486682">
              <a:off x="6384976" y="4438791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6" name="Shape29"/>
          <p:cNvSpPr/>
          <p:nvPr>
            <p:custDataLst>
              <p:tags r:id="rId9"/>
            </p:custDataLst>
          </p:nvPr>
        </p:nvSpPr>
        <p:spPr>
          <a:xfrm>
            <a:off x="7338741" y="5059358"/>
            <a:ext cx="3822446" cy="230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+mn-lt"/>
              </a:rPr>
              <a:t>Avoid overcrowding and ensure convenience</a:t>
            </a:r>
          </a:p>
        </p:txBody>
      </p:sp>
      <p:sp>
        <p:nvSpPr>
          <p:cNvPr id="7" name="Shape45">
            <a:extLst>
              <a:ext uri="{FF2B5EF4-FFF2-40B4-BE49-F238E27FC236}">
                <a16:creationId xmlns:a16="http://schemas.microsoft.com/office/drawing/2014/main" id="{23720CC6-0168-6F45-90E4-09452F31C43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15938" y="1157003"/>
            <a:ext cx="3661633" cy="127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800" b="1">
                <a:solidFill>
                  <a:srgbClr val="000000"/>
                </a:solidFill>
                <a:latin typeface="+mn-lt"/>
              </a:rPr>
              <a:t>Online 
Bus Booking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Shape34"/>
          <p:cNvGrpSpPr/>
          <p:nvPr>
            <p:custDataLst>
              <p:tags r:id="rId1"/>
            </p:custDataLst>
          </p:nvPr>
        </p:nvGrpSpPr>
        <p:grpSpPr>
          <a:xfrm>
            <a:off x="-1322375" y="875292"/>
            <a:ext cx="5979672" cy="6850527"/>
            <a:chOff x="-1957375" y="240292"/>
            <a:chExt cx="5979672" cy="6850527"/>
          </a:xfrm>
        </p:grpSpPr>
        <p:sp>
          <p:nvSpPr>
            <p:cNvPr id="48" name="Shape31">
              <a:extLst>
                <a:ext uri="{FF2B5EF4-FFF2-40B4-BE49-F238E27FC236}">
                  <a16:creationId xmlns:a16="http://schemas.microsoft.com/office/drawing/2014/main" id="{06ED8A14-EBCF-499D-9CE1-F35D0D30D381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-1957375" y="2794000"/>
              <a:ext cx="4078844" cy="4296819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Shape33">
              <a:extLst>
                <a:ext uri="{FF2B5EF4-FFF2-40B4-BE49-F238E27FC236}">
                  <a16:creationId xmlns:a16="http://schemas.microsoft.com/office/drawing/2014/main" id="{4BFA9FF8-4093-4A77-9383-0528276ED839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 rot="3211484">
              <a:off x="903525" y="147052"/>
              <a:ext cx="3025532" cy="3212012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40000"/>
              </a:srgbClr>
            </a:solidFill>
            <a:ln>
              <a:noFill/>
            </a:ln>
            <a:effectLst>
              <a:softEdge rad="635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30" name="Shape35"/>
          <p:cNvGrpSpPr/>
          <p:nvPr>
            <p:custDataLst>
              <p:tags r:id="rId2"/>
            </p:custDataLst>
          </p:nvPr>
        </p:nvGrpSpPr>
        <p:grpSpPr>
          <a:xfrm>
            <a:off x="5603874" y="4078638"/>
            <a:ext cx="504000" cy="468001"/>
            <a:chOff x="4968875" y="3443638"/>
            <a:chExt cx="504000" cy="468001"/>
          </a:xfrm>
        </p:grpSpPr>
        <p:sp>
          <p:nvSpPr>
            <p:cNvPr id="31" name="Shape5">
              <a:extLst>
                <a:ext uri="{FF2B5EF4-FFF2-40B4-BE49-F238E27FC236}">
                  <a16:creationId xmlns:a16="http://schemas.microsoft.com/office/drawing/2014/main" id="{5A8EC5C7-44A8-5E75-9E5D-BEFB4E634595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rot="14067739">
              <a:off x="4965462" y="3449022"/>
              <a:ext cx="466029" cy="45920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2" name="Shape7">
              <a:extLst>
                <a:ext uri="{FF2B5EF4-FFF2-40B4-BE49-F238E27FC236}">
                  <a16:creationId xmlns:a16="http://schemas.microsoft.com/office/drawing/2014/main" id="{A2833435-C067-62AB-2B01-804E9FCA9438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 rot="15486682">
              <a:off x="5018169" y="3427217"/>
              <a:ext cx="438285" cy="471127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33" name="Shape9"/>
            <p:cNvPicPr/>
            <p:nvPr>
              <p:custDataLst>
                <p:tags r:id="rId19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079997" y="3551153"/>
              <a:ext cx="291521" cy="251992"/>
            </a:xfrm>
            <a:prstGeom prst="rect">
              <a:avLst/>
            </a:prstGeom>
          </p:spPr>
        </p:pic>
      </p:grpSp>
      <p:sp>
        <p:nvSpPr>
          <p:cNvPr id="34" name="Shape11"/>
          <p:cNvSpPr/>
          <p:nvPr>
            <p:custDataLst>
              <p:tags r:id="rId3"/>
            </p:custDataLst>
          </p:nvPr>
        </p:nvSpPr>
        <p:spPr>
          <a:xfrm>
            <a:off x="6359875" y="4189499"/>
            <a:ext cx="2166160" cy="246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 b="1">
                <a:solidFill>
                  <a:srgbClr val="000000"/>
                </a:solidFill>
                <a:latin typeface="+mn-lt"/>
              </a:rPr>
              <a:t>Sensor-Based System:</a:t>
            </a:r>
          </a:p>
        </p:txBody>
      </p:sp>
      <p:grpSp>
        <p:nvGrpSpPr>
          <p:cNvPr id="35" name="Shape36"/>
          <p:cNvGrpSpPr/>
          <p:nvPr>
            <p:custDataLst>
              <p:tags r:id="rId4"/>
            </p:custDataLst>
          </p:nvPr>
        </p:nvGrpSpPr>
        <p:grpSpPr>
          <a:xfrm>
            <a:off x="6359875" y="4762638"/>
            <a:ext cx="198382" cy="191571"/>
            <a:chOff x="5724875" y="4127638"/>
            <a:chExt cx="198382" cy="191571"/>
          </a:xfrm>
        </p:grpSpPr>
        <p:sp>
          <p:nvSpPr>
            <p:cNvPr id="36" name="Shape13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rot="14067739">
              <a:off x="5722457" y="4141355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7" name="Shape15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 rot="15486682">
              <a:off x="5748491" y="4122413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38" name="Shape17"/>
          <p:cNvSpPr/>
          <p:nvPr>
            <p:custDataLst>
              <p:tags r:id="rId5"/>
            </p:custDataLst>
          </p:nvPr>
        </p:nvSpPr>
        <p:spPr>
          <a:xfrm>
            <a:off x="6702258" y="4742981"/>
            <a:ext cx="3368691" cy="230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+mn-lt"/>
              </a:rPr>
              <a:t>Count passengers onboard in real-time</a:t>
            </a:r>
          </a:p>
        </p:txBody>
      </p:sp>
      <p:grpSp>
        <p:nvGrpSpPr>
          <p:cNvPr id="39" name="Shape37"/>
          <p:cNvGrpSpPr/>
          <p:nvPr>
            <p:custDataLst>
              <p:tags r:id="rId6"/>
            </p:custDataLst>
          </p:nvPr>
        </p:nvGrpSpPr>
        <p:grpSpPr>
          <a:xfrm>
            <a:off x="6359875" y="5137524"/>
            <a:ext cx="198382" cy="191571"/>
            <a:chOff x="5724875" y="4502524"/>
            <a:chExt cx="198382" cy="191571"/>
          </a:xfrm>
        </p:grpSpPr>
        <p:sp>
          <p:nvSpPr>
            <p:cNvPr id="40" name="Shape19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 rot="14067739">
              <a:off x="5722457" y="4516241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1" name="Shape21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 rot="15486682">
              <a:off x="5748491" y="4497299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2" name="Shape23"/>
          <p:cNvSpPr/>
          <p:nvPr>
            <p:custDataLst>
              <p:tags r:id="rId7"/>
            </p:custDataLst>
          </p:nvPr>
        </p:nvSpPr>
        <p:spPr>
          <a:xfrm>
            <a:off x="6702258" y="5117867"/>
            <a:ext cx="3461687" cy="230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+mn-lt"/>
              </a:rPr>
              <a:t>Display available capacity to passengers</a:t>
            </a:r>
          </a:p>
        </p:txBody>
      </p:sp>
      <p:grpSp>
        <p:nvGrpSpPr>
          <p:cNvPr id="43" name="Shape38"/>
          <p:cNvGrpSpPr/>
          <p:nvPr>
            <p:custDataLst>
              <p:tags r:id="rId8"/>
            </p:custDataLst>
          </p:nvPr>
        </p:nvGrpSpPr>
        <p:grpSpPr>
          <a:xfrm>
            <a:off x="6359875" y="5512410"/>
            <a:ext cx="198382" cy="191571"/>
            <a:chOff x="5724875" y="4877410"/>
            <a:chExt cx="198382" cy="191571"/>
          </a:xfrm>
        </p:grpSpPr>
        <p:sp>
          <p:nvSpPr>
            <p:cNvPr id="44" name="Shape25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 rot="14067739">
              <a:off x="5722457" y="4891127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5" name="Shape27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5486682">
              <a:off x="5748491" y="4872185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6" name="Shape29"/>
          <p:cNvSpPr/>
          <p:nvPr>
            <p:custDataLst>
              <p:tags r:id="rId9"/>
            </p:custDataLst>
          </p:nvPr>
        </p:nvSpPr>
        <p:spPr>
          <a:xfrm>
            <a:off x="6702258" y="5492753"/>
            <a:ext cx="3811222" cy="230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+mn-lt"/>
              </a:rPr>
              <a:t>Improve boarding and operational efficiency</a:t>
            </a:r>
          </a:p>
        </p:txBody>
      </p:sp>
      <p:sp>
        <p:nvSpPr>
          <p:cNvPr id="4" name="Shape39">
            <a:extLst>
              <a:ext uri="{FF2B5EF4-FFF2-40B4-BE49-F238E27FC236}">
                <a16:creationId xmlns:a16="http://schemas.microsoft.com/office/drawing/2014/main" id="{FBEFDFDD-85A7-19CB-B3B9-1A1B51338AE1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603875" y="1184507"/>
            <a:ext cx="5040049" cy="1995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7500" b="1">
                <a:solidFill>
                  <a:srgbClr val="000000"/>
                </a:solidFill>
                <a:latin typeface="+mn-lt"/>
              </a:rPr>
              <a:t>Passenger 
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Shape34"/>
          <p:cNvGrpSpPr/>
          <p:nvPr>
            <p:custDataLst>
              <p:tags r:id="rId1"/>
            </p:custDataLst>
          </p:nvPr>
        </p:nvGrpSpPr>
        <p:grpSpPr>
          <a:xfrm>
            <a:off x="-1322375" y="875292"/>
            <a:ext cx="5979672" cy="6850527"/>
            <a:chOff x="-1957375" y="240292"/>
            <a:chExt cx="5979672" cy="6850527"/>
          </a:xfrm>
        </p:grpSpPr>
        <p:sp>
          <p:nvSpPr>
            <p:cNvPr id="48" name="Shape31">
              <a:extLst>
                <a:ext uri="{FF2B5EF4-FFF2-40B4-BE49-F238E27FC236}">
                  <a16:creationId xmlns:a16="http://schemas.microsoft.com/office/drawing/2014/main" id="{06ED8A14-EBCF-499D-9CE1-F35D0D30D381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-1957375" y="2794000"/>
              <a:ext cx="4078844" cy="4296819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Shape33">
              <a:extLst>
                <a:ext uri="{FF2B5EF4-FFF2-40B4-BE49-F238E27FC236}">
                  <a16:creationId xmlns:a16="http://schemas.microsoft.com/office/drawing/2014/main" id="{4BFA9FF8-4093-4A77-9383-0528276ED839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 rot="3211484">
              <a:off x="903525" y="147052"/>
              <a:ext cx="3025532" cy="3212012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40000"/>
              </a:srgbClr>
            </a:solidFill>
            <a:ln>
              <a:noFill/>
            </a:ln>
            <a:effectLst>
              <a:softEdge rad="635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30" name="Shape35"/>
          <p:cNvGrpSpPr/>
          <p:nvPr>
            <p:custDataLst>
              <p:tags r:id="rId2"/>
            </p:custDataLst>
          </p:nvPr>
        </p:nvGrpSpPr>
        <p:grpSpPr>
          <a:xfrm>
            <a:off x="5603874" y="4078638"/>
            <a:ext cx="504000" cy="468001"/>
            <a:chOff x="4968875" y="3443638"/>
            <a:chExt cx="504000" cy="468001"/>
          </a:xfrm>
        </p:grpSpPr>
        <p:sp>
          <p:nvSpPr>
            <p:cNvPr id="31" name="Shape5">
              <a:extLst>
                <a:ext uri="{FF2B5EF4-FFF2-40B4-BE49-F238E27FC236}">
                  <a16:creationId xmlns:a16="http://schemas.microsoft.com/office/drawing/2014/main" id="{5A8EC5C7-44A8-5E75-9E5D-BEFB4E634595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rot="14067739">
              <a:off x="4965462" y="3449022"/>
              <a:ext cx="466029" cy="45920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2" name="Shape7">
              <a:extLst>
                <a:ext uri="{FF2B5EF4-FFF2-40B4-BE49-F238E27FC236}">
                  <a16:creationId xmlns:a16="http://schemas.microsoft.com/office/drawing/2014/main" id="{A2833435-C067-62AB-2B01-804E9FCA9438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 rot="15486682">
              <a:off x="5018169" y="3427217"/>
              <a:ext cx="438285" cy="471127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33" name="Shape9"/>
            <p:cNvPicPr/>
            <p:nvPr>
              <p:custDataLst>
                <p:tags r:id="rId19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081800" y="3533192"/>
              <a:ext cx="287914" cy="287914"/>
            </a:xfrm>
            <a:prstGeom prst="rect">
              <a:avLst/>
            </a:prstGeom>
          </p:spPr>
        </p:pic>
      </p:grpSp>
      <p:sp>
        <p:nvSpPr>
          <p:cNvPr id="34" name="Shape11"/>
          <p:cNvSpPr/>
          <p:nvPr>
            <p:custDataLst>
              <p:tags r:id="rId3"/>
            </p:custDataLst>
          </p:nvPr>
        </p:nvSpPr>
        <p:spPr>
          <a:xfrm>
            <a:off x="6359875" y="4189499"/>
            <a:ext cx="3009535" cy="246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 b="1">
                <a:solidFill>
                  <a:srgbClr val="000000"/>
                </a:solidFill>
                <a:latin typeface="+mn-lt"/>
              </a:rPr>
              <a:t>Geolocation-Based Monitoring:</a:t>
            </a:r>
          </a:p>
        </p:txBody>
      </p:sp>
      <p:grpSp>
        <p:nvGrpSpPr>
          <p:cNvPr id="35" name="Shape36"/>
          <p:cNvGrpSpPr/>
          <p:nvPr>
            <p:custDataLst>
              <p:tags r:id="rId4"/>
            </p:custDataLst>
          </p:nvPr>
        </p:nvGrpSpPr>
        <p:grpSpPr>
          <a:xfrm>
            <a:off x="6359875" y="4762638"/>
            <a:ext cx="198382" cy="191571"/>
            <a:chOff x="5724875" y="4127638"/>
            <a:chExt cx="198382" cy="191571"/>
          </a:xfrm>
        </p:grpSpPr>
        <p:sp>
          <p:nvSpPr>
            <p:cNvPr id="36" name="Shape13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rot="14067739">
              <a:off x="5722456" y="4141355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7" name="Shape15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 rot="15486682">
              <a:off x="5748491" y="4122413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38" name="Shape17"/>
          <p:cNvSpPr/>
          <p:nvPr>
            <p:custDataLst>
              <p:tags r:id="rId5"/>
            </p:custDataLst>
          </p:nvPr>
        </p:nvSpPr>
        <p:spPr>
          <a:xfrm>
            <a:off x="6702257" y="4742981"/>
            <a:ext cx="3136201" cy="230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+mn-lt"/>
              </a:rPr>
              <a:t>Ensure buses adhere to speed limits</a:t>
            </a:r>
          </a:p>
        </p:txBody>
      </p:sp>
      <p:grpSp>
        <p:nvGrpSpPr>
          <p:cNvPr id="39" name="Shape37"/>
          <p:cNvGrpSpPr/>
          <p:nvPr>
            <p:custDataLst>
              <p:tags r:id="rId6"/>
            </p:custDataLst>
          </p:nvPr>
        </p:nvGrpSpPr>
        <p:grpSpPr>
          <a:xfrm>
            <a:off x="6359874" y="5137524"/>
            <a:ext cx="198382" cy="191571"/>
            <a:chOff x="5724873" y="4502524"/>
            <a:chExt cx="198382" cy="191571"/>
          </a:xfrm>
        </p:grpSpPr>
        <p:sp>
          <p:nvSpPr>
            <p:cNvPr id="40" name="Shape19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 rot="14067739">
              <a:off x="5722455" y="4516241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1" name="Shape21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 rot="15486682">
              <a:off x="5748490" y="4497299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2" name="Shape23"/>
          <p:cNvSpPr/>
          <p:nvPr>
            <p:custDataLst>
              <p:tags r:id="rId7"/>
            </p:custDataLst>
          </p:nvPr>
        </p:nvSpPr>
        <p:spPr>
          <a:xfrm>
            <a:off x="6702257" y="5117867"/>
            <a:ext cx="2262362" cy="230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+mn-lt"/>
              </a:rPr>
              <a:t>Enhance passenger safety</a:t>
            </a:r>
          </a:p>
        </p:txBody>
      </p:sp>
      <p:grpSp>
        <p:nvGrpSpPr>
          <p:cNvPr id="43" name="Shape38"/>
          <p:cNvGrpSpPr/>
          <p:nvPr>
            <p:custDataLst>
              <p:tags r:id="rId8"/>
            </p:custDataLst>
          </p:nvPr>
        </p:nvGrpSpPr>
        <p:grpSpPr>
          <a:xfrm>
            <a:off x="6359875" y="5512410"/>
            <a:ext cx="198382" cy="191571"/>
            <a:chOff x="5724874" y="4877410"/>
            <a:chExt cx="198382" cy="191571"/>
          </a:xfrm>
        </p:grpSpPr>
        <p:sp>
          <p:nvSpPr>
            <p:cNvPr id="44" name="Shape25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 rot="14067739">
              <a:off x="5722456" y="4891127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5" name="Shape27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5486682">
              <a:off x="5748491" y="4872185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6" name="Shape29"/>
          <p:cNvSpPr/>
          <p:nvPr>
            <p:custDataLst>
              <p:tags r:id="rId9"/>
            </p:custDataLst>
          </p:nvPr>
        </p:nvSpPr>
        <p:spPr>
          <a:xfrm>
            <a:off x="6702256" y="5492753"/>
            <a:ext cx="3926665" cy="230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+mn-lt"/>
              </a:rPr>
              <a:t>Monitor driver behavior for better compliance</a:t>
            </a:r>
          </a:p>
        </p:txBody>
      </p:sp>
      <p:sp>
        <p:nvSpPr>
          <p:cNvPr id="4" name="Shape39">
            <a:extLst>
              <a:ext uri="{FF2B5EF4-FFF2-40B4-BE49-F238E27FC236}">
                <a16:creationId xmlns:a16="http://schemas.microsoft.com/office/drawing/2014/main" id="{FBEFDFDD-85A7-19CB-B3B9-1A1B51338AE1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603875" y="1184507"/>
            <a:ext cx="3908708" cy="1995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7500" b="1">
                <a:solidFill>
                  <a:srgbClr val="000000"/>
                </a:solidFill>
                <a:latin typeface="+mn-lt"/>
              </a:rPr>
              <a:t>Speed 
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Shape40"/>
          <p:cNvGrpSpPr/>
          <p:nvPr>
            <p:custDataLst>
              <p:tags r:id="rId1"/>
            </p:custDataLst>
          </p:nvPr>
        </p:nvGrpSpPr>
        <p:grpSpPr>
          <a:xfrm>
            <a:off x="-998141" y="-209058"/>
            <a:ext cx="12740322" cy="7067059"/>
            <a:chOff x="-1633141" y="-844058"/>
            <a:chExt cx="12740322" cy="7067059"/>
          </a:xfrm>
        </p:grpSpPr>
        <p:sp>
          <p:nvSpPr>
            <p:cNvPr id="48" name="Shape31">
              <a:extLst>
                <a:ext uri="{FF2B5EF4-FFF2-40B4-BE49-F238E27FC236}">
                  <a16:creationId xmlns:a16="http://schemas.microsoft.com/office/drawing/2014/main" id="{0B36D332-5253-8368-C586-4C7BF8916788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-253261" y="2835884"/>
              <a:ext cx="2572512" cy="3387116"/>
            </a:xfrm>
            <a:prstGeom prst="rect">
              <a:avLst/>
            </a:prstGeom>
            <a:blipFill>
              <a:blip r:embed="rId26"/>
              <a:stretch>
                <a:fillRect l="-48489" t="-132" r="-48489" b="-132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 b="0" i="0" u="none" strike="noStrike">
                <a:solidFill>
                  <a:schemeClr val="tx1"/>
                </a:solidFill>
                <a:effectLst/>
                <a:latin typeface="Play"/>
              </a:endParaRPr>
            </a:p>
          </p:txBody>
        </p:sp>
        <p:sp>
          <p:nvSpPr>
            <p:cNvPr id="49" name="Shape33">
              <a:extLst>
                <a:ext uri="{FF2B5EF4-FFF2-40B4-BE49-F238E27FC236}">
                  <a16:creationId xmlns:a16="http://schemas.microsoft.com/office/drawing/2014/main" id="{AD42AEF8-6093-AC30-4E97-79020B00418A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2676049" y="2835884"/>
              <a:ext cx="2572512" cy="3387116"/>
            </a:xfrm>
            <a:prstGeom prst="rect">
              <a:avLst/>
            </a:prstGeom>
            <a:blipFill>
              <a:blip r:embed="rId26"/>
              <a:stretch>
                <a:fillRect l="-48489" t="-132" r="-48489" b="-132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 b="0" i="0" u="none" strike="noStrike">
                <a:solidFill>
                  <a:schemeClr val="tx1"/>
                </a:solidFill>
                <a:effectLst/>
                <a:latin typeface="Play"/>
              </a:endParaRPr>
            </a:p>
          </p:txBody>
        </p:sp>
        <p:sp>
          <p:nvSpPr>
            <p:cNvPr id="50" name="Shape35">
              <a:extLst>
                <a:ext uri="{FF2B5EF4-FFF2-40B4-BE49-F238E27FC236}">
                  <a16:creationId xmlns:a16="http://schemas.microsoft.com/office/drawing/2014/main" id="{FFA0FD8C-BAE7-176A-08AB-8CD353BEC51D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5605359" y="-635152"/>
              <a:ext cx="2572512" cy="3387116"/>
            </a:xfrm>
            <a:prstGeom prst="rect">
              <a:avLst/>
            </a:prstGeom>
            <a:blipFill>
              <a:blip r:embed="rId26"/>
              <a:stretch>
                <a:fillRect l="-48489" t="-132" r="-48489" b="-132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 b="0" i="0" u="none" strike="noStrike">
                <a:solidFill>
                  <a:schemeClr val="tx1"/>
                </a:solidFill>
                <a:effectLst/>
                <a:latin typeface="Play"/>
              </a:endParaRPr>
            </a:p>
          </p:txBody>
        </p:sp>
        <p:sp>
          <p:nvSpPr>
            <p:cNvPr id="51" name="Shape37">
              <a:extLst>
                <a:ext uri="{FF2B5EF4-FFF2-40B4-BE49-F238E27FC236}">
                  <a16:creationId xmlns:a16="http://schemas.microsoft.com/office/drawing/2014/main" id="{6248C69C-0DDB-655B-035F-64E6EF31560C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8534668" y="-635152"/>
              <a:ext cx="2572512" cy="3387116"/>
            </a:xfrm>
            <a:prstGeom prst="rect">
              <a:avLst/>
            </a:prstGeom>
            <a:blipFill>
              <a:blip r:embed="rId26"/>
              <a:stretch>
                <a:fillRect l="-48489" t="-132" r="-48489" b="-132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 b="0" i="0" u="none" strike="noStrike">
                <a:solidFill>
                  <a:schemeClr val="tx1"/>
                </a:solidFill>
                <a:effectLst/>
                <a:latin typeface="Play"/>
              </a:endParaRPr>
            </a:p>
          </p:txBody>
        </p:sp>
        <p:sp>
          <p:nvSpPr>
            <p:cNvPr id="52" name="Shape39">
              <a:extLst>
                <a:ext uri="{FF2B5EF4-FFF2-40B4-BE49-F238E27FC236}">
                  <a16:creationId xmlns:a16="http://schemas.microsoft.com/office/drawing/2014/main" id="{93451434-34B8-75CA-6994-40D57DC5A5D6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 rot="9830280">
              <a:off x="-1633141" y="-844058"/>
              <a:ext cx="2535938" cy="2792770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0" name="Shape41"/>
          <p:cNvGrpSpPr/>
          <p:nvPr>
            <p:custDataLst>
              <p:tags r:id="rId2"/>
            </p:custDataLst>
          </p:nvPr>
        </p:nvGrpSpPr>
        <p:grpSpPr>
          <a:xfrm>
            <a:off x="6240359" y="3645243"/>
            <a:ext cx="503999" cy="468001"/>
            <a:chOff x="5605359" y="3010243"/>
            <a:chExt cx="503999" cy="468001"/>
          </a:xfrm>
        </p:grpSpPr>
        <p:sp>
          <p:nvSpPr>
            <p:cNvPr id="31" name="Shape5">
              <a:extLst>
                <a:ext uri="{FF2B5EF4-FFF2-40B4-BE49-F238E27FC236}">
                  <a16:creationId xmlns:a16="http://schemas.microsoft.com/office/drawing/2014/main" id="{7DF512D8-7AA8-2F55-9B45-70BF11B53C6E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rot="14067739">
              <a:off x="5601947" y="3015627"/>
              <a:ext cx="466029" cy="45920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2" name="Shape7">
              <a:extLst>
                <a:ext uri="{FF2B5EF4-FFF2-40B4-BE49-F238E27FC236}">
                  <a16:creationId xmlns:a16="http://schemas.microsoft.com/office/drawing/2014/main" id="{92D9F6EC-7E1B-E541-2A08-37E669A01BE8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 rot="15486682">
              <a:off x="5654653" y="2993822"/>
              <a:ext cx="438285" cy="471127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33" name="Shape9"/>
            <p:cNvPicPr/>
            <p:nvPr>
              <p:custDataLst>
                <p:tags r:id="rId19"/>
              </p:custDataLst>
            </p:nvPr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5718284" y="3099797"/>
              <a:ext cx="287914" cy="287914"/>
            </a:xfrm>
            <a:prstGeom prst="rect">
              <a:avLst/>
            </a:prstGeom>
          </p:spPr>
        </p:pic>
      </p:grpSp>
      <p:sp>
        <p:nvSpPr>
          <p:cNvPr id="34" name="Shape11"/>
          <p:cNvSpPr/>
          <p:nvPr>
            <p:custDataLst>
              <p:tags r:id="rId3"/>
            </p:custDataLst>
          </p:nvPr>
        </p:nvSpPr>
        <p:spPr>
          <a:xfrm>
            <a:off x="6996360" y="3756104"/>
            <a:ext cx="2278396" cy="246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 b="1">
                <a:solidFill>
                  <a:srgbClr val="000000"/>
                </a:solidFill>
                <a:latin typeface="+mn-lt"/>
              </a:rPr>
              <a:t>Seamless Transactions:</a:t>
            </a:r>
          </a:p>
        </p:txBody>
      </p:sp>
      <p:grpSp>
        <p:nvGrpSpPr>
          <p:cNvPr id="35" name="Shape42"/>
          <p:cNvGrpSpPr/>
          <p:nvPr>
            <p:custDataLst>
              <p:tags r:id="rId4"/>
            </p:custDataLst>
          </p:nvPr>
        </p:nvGrpSpPr>
        <p:grpSpPr>
          <a:xfrm>
            <a:off x="6996359" y="4329243"/>
            <a:ext cx="198382" cy="191571"/>
            <a:chOff x="6361359" y="3694244"/>
            <a:chExt cx="198382" cy="191571"/>
          </a:xfrm>
        </p:grpSpPr>
        <p:sp>
          <p:nvSpPr>
            <p:cNvPr id="36" name="Shape13">
              <a:extLst>
                <a:ext uri="{FF2B5EF4-FFF2-40B4-BE49-F238E27FC236}">
                  <a16:creationId xmlns:a16="http://schemas.microsoft.com/office/drawing/2014/main" id="{8162BEFE-F977-59FC-C479-3289F7DE1A8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rot="14067739">
              <a:off x="6358941" y="3707960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7" name="Shape15">
              <a:extLst>
                <a:ext uri="{FF2B5EF4-FFF2-40B4-BE49-F238E27FC236}">
                  <a16:creationId xmlns:a16="http://schemas.microsoft.com/office/drawing/2014/main" id="{BED47682-9C1D-3D42-B64B-7C44983D78A0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 rot="15486682">
              <a:off x="6384976" y="3689019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38" name="Shape17"/>
          <p:cNvSpPr/>
          <p:nvPr>
            <p:custDataLst>
              <p:tags r:id="rId5"/>
            </p:custDataLst>
          </p:nvPr>
        </p:nvSpPr>
        <p:spPr>
          <a:xfrm>
            <a:off x="7338741" y="4309587"/>
            <a:ext cx="3605990" cy="4617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+mn-lt"/>
              </a:rPr>
              <a:t>Use mobile devices for quick, contactless 
payments</a:t>
            </a:r>
          </a:p>
        </p:txBody>
      </p:sp>
      <p:grpSp>
        <p:nvGrpSpPr>
          <p:cNvPr id="39" name="Shape43"/>
          <p:cNvGrpSpPr/>
          <p:nvPr>
            <p:custDataLst>
              <p:tags r:id="rId6"/>
            </p:custDataLst>
          </p:nvPr>
        </p:nvGrpSpPr>
        <p:grpSpPr>
          <a:xfrm>
            <a:off x="6996358" y="4935015"/>
            <a:ext cx="198382" cy="191571"/>
            <a:chOff x="6361358" y="4300015"/>
            <a:chExt cx="198382" cy="191571"/>
          </a:xfrm>
        </p:grpSpPr>
        <p:sp>
          <p:nvSpPr>
            <p:cNvPr id="40" name="Shape19">
              <a:extLst>
                <a:ext uri="{FF2B5EF4-FFF2-40B4-BE49-F238E27FC236}">
                  <a16:creationId xmlns:a16="http://schemas.microsoft.com/office/drawing/2014/main" id="{8162BEFE-F977-59FC-C479-3289F7DE1A8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 rot="14067739">
              <a:off x="6358940" y="4313732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1" name="Shape21">
              <a:extLst>
                <a:ext uri="{FF2B5EF4-FFF2-40B4-BE49-F238E27FC236}">
                  <a16:creationId xmlns:a16="http://schemas.microsoft.com/office/drawing/2014/main" id="{BED47682-9C1D-3D42-B64B-7C44983D78A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 rot="15486682">
              <a:off x="6384974" y="4294791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2" name="Shape23"/>
          <p:cNvSpPr/>
          <p:nvPr>
            <p:custDataLst>
              <p:tags r:id="rId7"/>
            </p:custDataLst>
          </p:nvPr>
        </p:nvSpPr>
        <p:spPr>
          <a:xfrm>
            <a:off x="7338740" y="4915358"/>
            <a:ext cx="3195526" cy="230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+mn-lt"/>
              </a:rPr>
              <a:t>Eliminate the need for cash handling</a:t>
            </a:r>
          </a:p>
        </p:txBody>
      </p:sp>
      <p:grpSp>
        <p:nvGrpSpPr>
          <p:cNvPr id="43" name="Shape44"/>
          <p:cNvGrpSpPr/>
          <p:nvPr>
            <p:custDataLst>
              <p:tags r:id="rId8"/>
            </p:custDataLst>
          </p:nvPr>
        </p:nvGrpSpPr>
        <p:grpSpPr>
          <a:xfrm>
            <a:off x="6996359" y="5309901"/>
            <a:ext cx="198382" cy="191571"/>
            <a:chOff x="6361359" y="4674901"/>
            <a:chExt cx="198382" cy="191571"/>
          </a:xfrm>
        </p:grpSpPr>
        <p:sp>
          <p:nvSpPr>
            <p:cNvPr id="44" name="Shape25">
              <a:extLst>
                <a:ext uri="{FF2B5EF4-FFF2-40B4-BE49-F238E27FC236}">
                  <a16:creationId xmlns:a16="http://schemas.microsoft.com/office/drawing/2014/main" id="{8162BEFE-F977-59FC-C479-3289F7DE1A89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 rot="14067739">
              <a:off x="6358941" y="4688618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5" name="Shape27">
              <a:extLst>
                <a:ext uri="{FF2B5EF4-FFF2-40B4-BE49-F238E27FC236}">
                  <a16:creationId xmlns:a16="http://schemas.microsoft.com/office/drawing/2014/main" id="{BED47682-9C1D-3D42-B64B-7C44983D78A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5486682">
              <a:off x="6384976" y="4669677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6" name="Shape29"/>
          <p:cNvSpPr/>
          <p:nvPr>
            <p:custDataLst>
              <p:tags r:id="rId9"/>
            </p:custDataLst>
          </p:nvPr>
        </p:nvSpPr>
        <p:spPr>
          <a:xfrm>
            <a:off x="7338741" y="5290244"/>
            <a:ext cx="4167172" cy="230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+mn-lt"/>
              </a:rPr>
              <a:t>Integrate with existing mobile payment systems</a:t>
            </a:r>
          </a:p>
        </p:txBody>
      </p:sp>
      <p:sp>
        <p:nvSpPr>
          <p:cNvPr id="7" name="Shape45">
            <a:extLst>
              <a:ext uri="{FF2B5EF4-FFF2-40B4-BE49-F238E27FC236}">
                <a16:creationId xmlns:a16="http://schemas.microsoft.com/office/drawing/2014/main" id="{23720CC6-0168-6F45-90E4-09452F31C43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15938" y="1157003"/>
            <a:ext cx="4124021" cy="127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800" b="1">
                <a:solidFill>
                  <a:srgbClr val="000000"/>
                </a:solidFill>
                <a:latin typeface="+mn-lt"/>
              </a:rPr>
              <a:t>NFC Payment 
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Shape4346"/>
          <p:cNvGrpSpPr/>
          <p:nvPr>
            <p:custDataLst>
              <p:tags r:id="rId1"/>
            </p:custDataLst>
          </p:nvPr>
        </p:nvGrpSpPr>
        <p:grpSpPr>
          <a:xfrm>
            <a:off x="7236333" y="413982"/>
            <a:ext cx="7116769" cy="9073883"/>
            <a:chOff x="6601333" y="-221018"/>
            <a:chExt cx="7116769" cy="9073883"/>
          </a:xfrm>
        </p:grpSpPr>
        <p:sp>
          <p:nvSpPr>
            <p:cNvPr id="46" name="Shape4323">
              <a:extLst>
                <a:ext uri="{FF2B5EF4-FFF2-40B4-BE49-F238E27FC236}">
                  <a16:creationId xmlns:a16="http://schemas.microsoft.com/office/drawing/2014/main" id="{4EC2D7E7-F962-2D00-7456-2EEEC0BAE4A3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 rot="15496747">
              <a:off x="7704799" y="782941"/>
              <a:ext cx="1388600" cy="1474187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" name="Shape4324">
              <a:extLst>
                <a:ext uri="{FF2B5EF4-FFF2-40B4-BE49-F238E27FC236}">
                  <a16:creationId xmlns:a16="http://schemas.microsoft.com/office/drawing/2014/main" id="{4C1C6518-9F25-4052-9D75-14FB3C02A9D0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 rot="3211484">
              <a:off x="6807923" y="1942688"/>
              <a:ext cx="6703588" cy="7116769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40000"/>
              </a:srgbClr>
            </a:solidFill>
            <a:ln>
              <a:noFill/>
            </a:ln>
            <a:effectLst>
              <a:softEdge rad="635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8" name="Shape4325">
              <a:extLst>
                <a:ext uri="{FF2B5EF4-FFF2-40B4-BE49-F238E27FC236}">
                  <a16:creationId xmlns:a16="http://schemas.microsoft.com/office/drawing/2014/main" id="{33443A0D-9502-4DF1-8E21-46D124394C7A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 rot="10513324">
              <a:off x="9745942" y="-221018"/>
              <a:ext cx="827548" cy="878555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28" name="Shape4347"/>
          <p:cNvGrpSpPr/>
          <p:nvPr>
            <p:custDataLst>
              <p:tags r:id="rId2"/>
            </p:custDataLst>
          </p:nvPr>
        </p:nvGrpSpPr>
        <p:grpSpPr>
          <a:xfrm>
            <a:off x="911224" y="4362680"/>
            <a:ext cx="504000" cy="468000"/>
            <a:chOff x="276224" y="3727680"/>
            <a:chExt cx="504000" cy="468000"/>
          </a:xfrm>
        </p:grpSpPr>
        <p:sp>
          <p:nvSpPr>
            <p:cNvPr id="29" name="Shape4327">
              <a:extLst>
                <a:ext uri="{FF2B5EF4-FFF2-40B4-BE49-F238E27FC236}">
                  <a16:creationId xmlns:a16="http://schemas.microsoft.com/office/drawing/2014/main" id="{12BEA443-6445-EA7A-7F3B-E1A450B2C9AE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rot="14067739">
              <a:off x="272812" y="3733064"/>
              <a:ext cx="466029" cy="45920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0" name="Shape4328">
              <a:extLst>
                <a:ext uri="{FF2B5EF4-FFF2-40B4-BE49-F238E27FC236}">
                  <a16:creationId xmlns:a16="http://schemas.microsoft.com/office/drawing/2014/main" id="{33221594-6E0A-A989-5DBD-0C4510EFA370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 rot="15486682">
              <a:off x="325518" y="3711259"/>
              <a:ext cx="438285" cy="471127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31" name="Shape4337"/>
            <p:cNvPicPr/>
            <p:nvPr>
              <p:custDataLst>
                <p:tags r:id="rId19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389149" y="3817234"/>
              <a:ext cx="287914" cy="287914"/>
            </a:xfrm>
            <a:prstGeom prst="rect">
              <a:avLst/>
            </a:prstGeom>
          </p:spPr>
        </p:pic>
      </p:grpSp>
      <p:sp>
        <p:nvSpPr>
          <p:cNvPr id="32" name="Shape4339"/>
          <p:cNvSpPr/>
          <p:nvPr>
            <p:custDataLst>
              <p:tags r:id="rId3"/>
            </p:custDataLst>
          </p:nvPr>
        </p:nvSpPr>
        <p:spPr>
          <a:xfrm>
            <a:off x="1667224" y="4473541"/>
            <a:ext cx="2263965" cy="246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 b="1">
                <a:solidFill>
                  <a:srgbClr val="000000"/>
                </a:solidFill>
                <a:latin typeface="+mn-lt"/>
              </a:rPr>
              <a:t>AI-Driven Optimization:</a:t>
            </a:r>
          </a:p>
        </p:txBody>
      </p:sp>
      <p:grpSp>
        <p:nvGrpSpPr>
          <p:cNvPr id="33" name="Shape4348"/>
          <p:cNvGrpSpPr/>
          <p:nvPr>
            <p:custDataLst>
              <p:tags r:id="rId4"/>
            </p:custDataLst>
          </p:nvPr>
        </p:nvGrpSpPr>
        <p:grpSpPr>
          <a:xfrm>
            <a:off x="1667224" y="5046680"/>
            <a:ext cx="198382" cy="191571"/>
            <a:chOff x="1032224" y="4411680"/>
            <a:chExt cx="198382" cy="191571"/>
          </a:xfrm>
        </p:grpSpPr>
        <p:sp>
          <p:nvSpPr>
            <p:cNvPr id="34" name="Shape4330">
              <a:extLst>
                <a:ext uri="{FF2B5EF4-FFF2-40B4-BE49-F238E27FC236}">
                  <a16:creationId xmlns:a16="http://schemas.microsoft.com/office/drawing/2014/main" id="{4B2C7F12-2758-5C34-445B-E5F2FC5E676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rot="14067739">
              <a:off x="1029805" y="4425397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5" name="Shape4331">
              <a:extLst>
                <a:ext uri="{FF2B5EF4-FFF2-40B4-BE49-F238E27FC236}">
                  <a16:creationId xmlns:a16="http://schemas.microsoft.com/office/drawing/2014/main" id="{E88D033F-5EF9-E8B9-130B-C5C5CA12AED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 rot="15486682">
              <a:off x="1055840" y="4406455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36" name="Shape4341"/>
          <p:cNvSpPr/>
          <p:nvPr>
            <p:custDataLst>
              <p:tags r:id="rId5"/>
            </p:custDataLst>
          </p:nvPr>
        </p:nvSpPr>
        <p:spPr>
          <a:xfrm>
            <a:off x="2009606" y="5027023"/>
            <a:ext cx="5021771" cy="230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+mn-lt"/>
              </a:rPr>
              <a:t>Balance passengers between main stations and bus stops</a:t>
            </a:r>
          </a:p>
        </p:txBody>
      </p:sp>
      <p:grpSp>
        <p:nvGrpSpPr>
          <p:cNvPr id="37" name="Shape4349"/>
          <p:cNvGrpSpPr/>
          <p:nvPr>
            <p:custDataLst>
              <p:tags r:id="rId6"/>
            </p:custDataLst>
          </p:nvPr>
        </p:nvGrpSpPr>
        <p:grpSpPr>
          <a:xfrm>
            <a:off x="1667225" y="5421566"/>
            <a:ext cx="198382" cy="191571"/>
            <a:chOff x="1032225" y="4786566"/>
            <a:chExt cx="198382" cy="191571"/>
          </a:xfrm>
        </p:grpSpPr>
        <p:sp>
          <p:nvSpPr>
            <p:cNvPr id="38" name="Shape4330">
              <a:extLst>
                <a:ext uri="{FF2B5EF4-FFF2-40B4-BE49-F238E27FC236}">
                  <a16:creationId xmlns:a16="http://schemas.microsoft.com/office/drawing/2014/main" id="{4B2C7F12-2758-5C34-445B-E5F2FC5E6766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 rot="14067739">
              <a:off x="1029806" y="4800283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9" name="Shape4331">
              <a:extLst>
                <a:ext uri="{FF2B5EF4-FFF2-40B4-BE49-F238E27FC236}">
                  <a16:creationId xmlns:a16="http://schemas.microsoft.com/office/drawing/2014/main" id="{E88D033F-5EF9-E8B9-130B-C5C5CA12AED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 rot="15486682">
              <a:off x="1055841" y="4781341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0" name="Shape4343"/>
          <p:cNvSpPr/>
          <p:nvPr>
            <p:custDataLst>
              <p:tags r:id="rId7"/>
            </p:custDataLst>
          </p:nvPr>
        </p:nvSpPr>
        <p:spPr>
          <a:xfrm>
            <a:off x="2009607" y="5401909"/>
            <a:ext cx="3917045" cy="230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+mn-lt"/>
              </a:rPr>
              <a:t>Predict peak times and adjust bus availability</a:t>
            </a:r>
          </a:p>
        </p:txBody>
      </p:sp>
      <p:grpSp>
        <p:nvGrpSpPr>
          <p:cNvPr id="41" name="Shape4350"/>
          <p:cNvGrpSpPr/>
          <p:nvPr>
            <p:custDataLst>
              <p:tags r:id="rId8"/>
            </p:custDataLst>
          </p:nvPr>
        </p:nvGrpSpPr>
        <p:grpSpPr>
          <a:xfrm>
            <a:off x="1667224" y="5796452"/>
            <a:ext cx="198382" cy="191571"/>
            <a:chOff x="1032224" y="5161452"/>
            <a:chExt cx="198382" cy="191571"/>
          </a:xfrm>
        </p:grpSpPr>
        <p:sp>
          <p:nvSpPr>
            <p:cNvPr id="42" name="Shape4330">
              <a:extLst>
                <a:ext uri="{FF2B5EF4-FFF2-40B4-BE49-F238E27FC236}">
                  <a16:creationId xmlns:a16="http://schemas.microsoft.com/office/drawing/2014/main" id="{4B2C7F12-2758-5C34-445B-E5F2FC5E6766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 rot="14067739">
              <a:off x="1029805" y="5175169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3" name="Shape4331">
              <a:extLst>
                <a:ext uri="{FF2B5EF4-FFF2-40B4-BE49-F238E27FC236}">
                  <a16:creationId xmlns:a16="http://schemas.microsoft.com/office/drawing/2014/main" id="{E88D033F-5EF9-E8B9-130B-C5C5CA12AED8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5486682">
              <a:off x="1055840" y="5156228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4" name="Shape4345"/>
          <p:cNvSpPr/>
          <p:nvPr>
            <p:custDataLst>
              <p:tags r:id="rId9"/>
            </p:custDataLst>
          </p:nvPr>
        </p:nvSpPr>
        <p:spPr>
          <a:xfrm>
            <a:off x="2009606" y="5776795"/>
            <a:ext cx="4923965" cy="230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+mn-lt"/>
              </a:rPr>
              <a:t>Reduce overcrowding and enhance commuter experience</a:t>
            </a:r>
          </a:p>
        </p:txBody>
      </p:sp>
      <p:sp>
        <p:nvSpPr>
          <p:cNvPr id="5" name="Shape4326">
            <a:extLst>
              <a:ext uri="{FF2B5EF4-FFF2-40B4-BE49-F238E27FC236}">
                <a16:creationId xmlns:a16="http://schemas.microsoft.com/office/drawing/2014/main" id="{FBEFDFDD-85A7-19CB-B3B9-1A1B51338AE1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911224" y="1184507"/>
            <a:ext cx="5979947" cy="1995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7500" b="1">
                <a:solidFill>
                  <a:srgbClr val="000000"/>
                </a:solidFill>
                <a:latin typeface="+mn-lt"/>
              </a:rPr>
              <a:t>AI Crowd 
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Shape34"/>
          <p:cNvGrpSpPr/>
          <p:nvPr>
            <p:custDataLst>
              <p:tags r:id="rId1"/>
            </p:custDataLst>
          </p:nvPr>
        </p:nvGrpSpPr>
        <p:grpSpPr>
          <a:xfrm>
            <a:off x="-162962" y="-759869"/>
            <a:ext cx="7457141" cy="7734792"/>
            <a:chOff x="-797962" y="-1394869"/>
            <a:chExt cx="7457141" cy="7734792"/>
          </a:xfrm>
        </p:grpSpPr>
        <p:sp>
          <p:nvSpPr>
            <p:cNvPr id="48" name="Shape31">
              <a:extLst>
                <a:ext uri="{FF2B5EF4-FFF2-40B4-BE49-F238E27FC236}">
                  <a16:creationId xmlns:a16="http://schemas.microsoft.com/office/drawing/2014/main" id="{7D822CF2-728F-05D3-405A-19E581F4E008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2580335" y="-1394869"/>
              <a:ext cx="4078844" cy="4296819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Shape33">
              <a:extLst>
                <a:ext uri="{FF2B5EF4-FFF2-40B4-BE49-F238E27FC236}">
                  <a16:creationId xmlns:a16="http://schemas.microsoft.com/office/drawing/2014/main" id="{376EC996-2EC1-BD05-A8F3-9A139B583DF6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-797962" y="-751920"/>
              <a:ext cx="4942232" cy="7091843"/>
            </a:xfrm>
            <a:custGeom>
              <a:avLst/>
              <a:gdLst>
                <a:gd name="connsiteX0" fmla="*/ 0 w 4942232"/>
                <a:gd name="connsiteY0" fmla="*/ 0 h 7091843"/>
                <a:gd name="connsiteX1" fmla="*/ 3753120 w 4942232"/>
                <a:gd name="connsiteY1" fmla="*/ 0 h 7091843"/>
                <a:gd name="connsiteX2" fmla="*/ 3799561 w 4942232"/>
                <a:gd name="connsiteY2" fmla="*/ 47985 h 7091843"/>
                <a:gd name="connsiteX3" fmla="*/ 4941253 w 4942232"/>
                <a:gd name="connsiteY3" fmla="*/ 3391199 h 7091843"/>
                <a:gd name="connsiteX4" fmla="*/ 3933576 w 4942232"/>
                <a:gd name="connsiteY4" fmla="*/ 6959301 h 7091843"/>
                <a:gd name="connsiteX5" fmla="*/ 3821983 w 4942232"/>
                <a:gd name="connsiteY5" fmla="*/ 7091843 h 7091843"/>
                <a:gd name="connsiteX6" fmla="*/ 0 w 4942232"/>
                <a:gd name="connsiteY6" fmla="*/ 7091843 h 7091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42232" h="7091842">
                  <a:moveTo>
                    <a:pt x="0" y="0"/>
                  </a:moveTo>
                  <a:lnTo>
                    <a:pt x="3753120" y="0"/>
                  </a:lnTo>
                  <a:lnTo>
                    <a:pt x="3799561" y="47985"/>
                  </a:lnTo>
                  <a:cubicBezTo>
                    <a:pt x="4630291" y="961314"/>
                    <a:pt x="4923029" y="2451333"/>
                    <a:pt x="4941253" y="3391199"/>
                  </a:cubicBezTo>
                  <a:cubicBezTo>
                    <a:pt x="4959478" y="4331065"/>
                    <a:pt x="4727109" y="5954350"/>
                    <a:pt x="3933576" y="6959301"/>
                  </a:cubicBezTo>
                  <a:lnTo>
                    <a:pt x="3821983" y="7091843"/>
                  </a:lnTo>
                  <a:lnTo>
                    <a:pt x="0" y="7091843"/>
                  </a:lnTo>
                  <a:close/>
                </a:path>
              </a:pathLst>
            </a:custGeom>
            <a:blipFill>
              <a:blip r:embed="rId23"/>
              <a:stretch>
                <a:fillRect l="-57541" t="-37" r="-57541" b="-37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9pPr>
            </a:lstStyle>
            <a:p>
              <a:pPr algn="ctr"/>
              <a:endParaRPr lang="en-US" sz="1800" b="0" i="0" u="none" strike="noStrike" dirty="0">
                <a:solidFill>
                  <a:schemeClr val="tx1"/>
                </a:solidFill>
                <a:effectLst/>
                <a:latin typeface="Play"/>
              </a:endParaRPr>
            </a:p>
          </p:txBody>
        </p:sp>
      </p:grpSp>
      <p:grpSp>
        <p:nvGrpSpPr>
          <p:cNvPr id="30" name="Shape35"/>
          <p:cNvGrpSpPr/>
          <p:nvPr>
            <p:custDataLst>
              <p:tags r:id="rId2"/>
            </p:custDataLst>
          </p:nvPr>
        </p:nvGrpSpPr>
        <p:grpSpPr>
          <a:xfrm>
            <a:off x="5603873" y="2914650"/>
            <a:ext cx="504000" cy="468001"/>
            <a:chOff x="4968874" y="2279650"/>
            <a:chExt cx="504000" cy="468001"/>
          </a:xfrm>
        </p:grpSpPr>
        <p:sp>
          <p:nvSpPr>
            <p:cNvPr id="31" name="Shape5">
              <a:extLst>
                <a:ext uri="{FF2B5EF4-FFF2-40B4-BE49-F238E27FC236}">
                  <a16:creationId xmlns:a16="http://schemas.microsoft.com/office/drawing/2014/main" id="{5A8EC5C7-44A8-5E75-9E5D-BEFB4E634595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rot="14067739">
              <a:off x="4965462" y="2285034"/>
              <a:ext cx="466029" cy="45920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2" name="Shape7">
              <a:extLst>
                <a:ext uri="{FF2B5EF4-FFF2-40B4-BE49-F238E27FC236}">
                  <a16:creationId xmlns:a16="http://schemas.microsoft.com/office/drawing/2014/main" id="{A2833435-C067-62AB-2B01-804E9FCA9438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 rot="15486682">
              <a:off x="5018168" y="2263229"/>
              <a:ext cx="438285" cy="471127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33" name="Shape9"/>
            <p:cNvPicPr/>
            <p:nvPr>
              <p:custDataLst>
                <p:tags r:id="rId19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081799" y="2369204"/>
              <a:ext cx="287914" cy="287914"/>
            </a:xfrm>
            <a:prstGeom prst="rect">
              <a:avLst/>
            </a:prstGeom>
          </p:spPr>
        </p:pic>
      </p:grpSp>
      <p:sp>
        <p:nvSpPr>
          <p:cNvPr id="34" name="Shape11"/>
          <p:cNvSpPr/>
          <p:nvPr>
            <p:custDataLst>
              <p:tags r:id="rId3"/>
            </p:custDataLst>
          </p:nvPr>
        </p:nvSpPr>
        <p:spPr>
          <a:xfrm>
            <a:off x="6359875" y="2987030"/>
            <a:ext cx="4364387" cy="323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100" b="1">
                <a:solidFill>
                  <a:srgbClr val="000000"/>
                </a:solidFill>
                <a:latin typeface="+mn-lt"/>
              </a:rPr>
              <a:t>Who Benefits from TransConnect?</a:t>
            </a:r>
          </a:p>
        </p:txBody>
      </p:sp>
      <p:grpSp>
        <p:nvGrpSpPr>
          <p:cNvPr id="35" name="Shape36"/>
          <p:cNvGrpSpPr/>
          <p:nvPr>
            <p:custDataLst>
              <p:tags r:id="rId4"/>
            </p:custDataLst>
          </p:nvPr>
        </p:nvGrpSpPr>
        <p:grpSpPr>
          <a:xfrm>
            <a:off x="6359875" y="3598650"/>
            <a:ext cx="198382" cy="191571"/>
            <a:chOff x="5724874" y="2963650"/>
            <a:chExt cx="198382" cy="191571"/>
          </a:xfrm>
        </p:grpSpPr>
        <p:sp>
          <p:nvSpPr>
            <p:cNvPr id="36" name="Shape13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rot="14067739">
              <a:off x="5722456" y="2977367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7" name="Shape15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 rot="15486682">
              <a:off x="5748491" y="2958425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38" name="Shape17"/>
          <p:cNvSpPr/>
          <p:nvPr>
            <p:custDataLst>
              <p:tags r:id="rId5"/>
            </p:custDataLst>
          </p:nvPr>
        </p:nvSpPr>
        <p:spPr>
          <a:xfrm>
            <a:off x="6702257" y="3540512"/>
            <a:ext cx="4216876" cy="6156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+mn-lt"/>
              </a:rPr>
              <a:t>Commuters: Convenience, reliability, 
and safety</a:t>
            </a:r>
          </a:p>
        </p:txBody>
      </p:sp>
      <p:grpSp>
        <p:nvGrpSpPr>
          <p:cNvPr id="39" name="Shape37"/>
          <p:cNvGrpSpPr/>
          <p:nvPr>
            <p:custDataLst>
              <p:tags r:id="rId6"/>
            </p:custDataLst>
          </p:nvPr>
        </p:nvGrpSpPr>
        <p:grpSpPr>
          <a:xfrm>
            <a:off x="6359875" y="4358346"/>
            <a:ext cx="198382" cy="191571"/>
            <a:chOff x="5724875" y="3723346"/>
            <a:chExt cx="198382" cy="191571"/>
          </a:xfrm>
        </p:grpSpPr>
        <p:sp>
          <p:nvSpPr>
            <p:cNvPr id="40" name="Shape19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 rot="14067739">
              <a:off x="5722457" y="3737063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1" name="Shape21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 rot="15486682">
              <a:off x="5748491" y="3718121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2" name="Shape23"/>
          <p:cNvSpPr/>
          <p:nvPr>
            <p:custDataLst>
              <p:tags r:id="rId7"/>
            </p:custDataLst>
          </p:nvPr>
        </p:nvSpPr>
        <p:spPr>
          <a:xfrm>
            <a:off x="6702258" y="4300208"/>
            <a:ext cx="3929872" cy="6156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+mn-lt"/>
              </a:rPr>
              <a:t>Transport Operators: Streamlined 
operations and revenue growth</a:t>
            </a:r>
          </a:p>
        </p:txBody>
      </p:sp>
      <p:grpSp>
        <p:nvGrpSpPr>
          <p:cNvPr id="43" name="Shape38"/>
          <p:cNvGrpSpPr/>
          <p:nvPr>
            <p:custDataLst>
              <p:tags r:id="rId8"/>
            </p:custDataLst>
          </p:nvPr>
        </p:nvGrpSpPr>
        <p:grpSpPr>
          <a:xfrm>
            <a:off x="6359875" y="5118042"/>
            <a:ext cx="198382" cy="191571"/>
            <a:chOff x="5724875" y="4483042"/>
            <a:chExt cx="198382" cy="191571"/>
          </a:xfrm>
        </p:grpSpPr>
        <p:sp>
          <p:nvSpPr>
            <p:cNvPr id="44" name="Shape25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 rot="14067739">
              <a:off x="5722457" y="4496759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5" name="Shape27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5486682">
              <a:off x="5748491" y="4477817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6" name="Shape29"/>
          <p:cNvSpPr/>
          <p:nvPr>
            <p:custDataLst>
              <p:tags r:id="rId9"/>
            </p:custDataLst>
          </p:nvPr>
        </p:nvSpPr>
        <p:spPr>
          <a:xfrm>
            <a:off x="6702258" y="5059904"/>
            <a:ext cx="4264977" cy="923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+mn-lt"/>
              </a:rPr>
              <a:t>Government &amp; Authorities: Improved 
urban mobility and reduced traffic 
congestion</a:t>
            </a:r>
          </a:p>
        </p:txBody>
      </p:sp>
      <p:sp>
        <p:nvSpPr>
          <p:cNvPr id="4" name="Shape39">
            <a:extLst>
              <a:ext uri="{FF2B5EF4-FFF2-40B4-BE49-F238E27FC236}">
                <a16:creationId xmlns:a16="http://schemas.microsoft.com/office/drawing/2014/main" id="{FBEFDFDD-85A7-19CB-B3B9-1A1B51338AE1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603875" y="1150304"/>
            <a:ext cx="5932231" cy="8114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000" b="1">
                <a:solidFill>
                  <a:srgbClr val="000000"/>
                </a:solidFill>
                <a:latin typeface="+mn-lt"/>
              </a:rPr>
              <a:t>Target Audience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Shape44"/>
          <p:cNvGrpSpPr/>
          <p:nvPr>
            <p:custDataLst>
              <p:tags r:id="rId1"/>
            </p:custDataLst>
          </p:nvPr>
        </p:nvGrpSpPr>
        <p:grpSpPr>
          <a:xfrm>
            <a:off x="7542549" y="71799"/>
            <a:ext cx="4803151" cy="6907701"/>
            <a:chOff x="6865507" y="-544371"/>
            <a:chExt cx="4803151" cy="6907701"/>
          </a:xfrm>
        </p:grpSpPr>
        <p:sp>
          <p:nvSpPr>
            <p:cNvPr id="57" name="Shape39">
              <a:extLst>
                <a:ext uri="{FF2B5EF4-FFF2-40B4-BE49-F238E27FC236}">
                  <a16:creationId xmlns:a16="http://schemas.microsoft.com/office/drawing/2014/main" id="{62C560AD-5622-6990-FC51-8982B2D06100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 rot="20295544">
              <a:off x="7345455" y="-357605"/>
              <a:ext cx="2615205" cy="2554772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Shape41">
              <a:extLst>
                <a:ext uri="{FF2B5EF4-FFF2-40B4-BE49-F238E27FC236}">
                  <a16:creationId xmlns:a16="http://schemas.microsoft.com/office/drawing/2014/main" id="{7275CE68-8A8F-52C4-D3F8-6BFF3ADBA2EB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 rot="15496747">
              <a:off x="10453684" y="-573044"/>
              <a:ext cx="930415" cy="987762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Shape43">
              <a:extLst>
                <a:ext uri="{FF2B5EF4-FFF2-40B4-BE49-F238E27FC236}">
                  <a16:creationId xmlns:a16="http://schemas.microsoft.com/office/drawing/2014/main" id="{8E4AEA08-2DC9-9671-F82A-9C661701B540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6865507" y="919781"/>
              <a:ext cx="4803151" cy="5443549"/>
            </a:xfrm>
            <a:custGeom>
              <a:avLst/>
              <a:gdLst>
                <a:gd name="connsiteX0" fmla="*/ 3582099 w 4803151"/>
                <a:gd name="connsiteY0" fmla="*/ 7 h 5443549"/>
                <a:gd name="connsiteX1" fmla="*/ 4691924 w 4803151"/>
                <a:gd name="connsiteY1" fmla="*/ 195439 h 5443549"/>
                <a:gd name="connsiteX2" fmla="*/ 4803151 w 4803151"/>
                <a:gd name="connsiteY2" fmla="*/ 245438 h 5443549"/>
                <a:gd name="connsiteX3" fmla="*/ 4803151 w 4803151"/>
                <a:gd name="connsiteY3" fmla="*/ 5443549 h 5443549"/>
                <a:gd name="connsiteX4" fmla="*/ 2410364 w 4803151"/>
                <a:gd name="connsiteY4" fmla="*/ 5443549 h 5443549"/>
                <a:gd name="connsiteX5" fmla="*/ 2258366 w 4803151"/>
                <a:gd name="connsiteY5" fmla="*/ 5369222 h 5443549"/>
                <a:gd name="connsiteX6" fmla="*/ 1510348 w 4803151"/>
                <a:gd name="connsiteY6" fmla="*/ 4881728 h 5443549"/>
                <a:gd name="connsiteX7" fmla="*/ 361830 w 4803151"/>
                <a:gd name="connsiteY7" fmla="*/ 1354915 h 5443549"/>
                <a:gd name="connsiteX8" fmla="*/ 2712699 w 4803151"/>
                <a:gd name="connsiteY8" fmla="*/ 91878 h 5443549"/>
                <a:gd name="connsiteX9" fmla="*/ 3582099 w 4803151"/>
                <a:gd name="connsiteY9" fmla="*/ 7 h 5443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803151" h="5443549">
                  <a:moveTo>
                    <a:pt x="3582099" y="7"/>
                  </a:moveTo>
                  <a:cubicBezTo>
                    <a:pt x="3980383" y="-699"/>
                    <a:pt x="4360781" y="60470"/>
                    <a:pt x="4691924" y="195439"/>
                  </a:cubicBezTo>
                  <a:lnTo>
                    <a:pt x="4803151" y="245438"/>
                  </a:lnTo>
                  <a:lnTo>
                    <a:pt x="4803151" y="5443549"/>
                  </a:lnTo>
                  <a:lnTo>
                    <a:pt x="2410364" y="5443549"/>
                  </a:lnTo>
                  <a:lnTo>
                    <a:pt x="2258366" y="5369222"/>
                  </a:lnTo>
                  <a:cubicBezTo>
                    <a:pt x="1965671" y="5216051"/>
                    <a:pt x="1707308" y="5041445"/>
                    <a:pt x="1510348" y="4881728"/>
                  </a:cubicBezTo>
                  <a:cubicBezTo>
                    <a:pt x="722513" y="4242864"/>
                    <a:pt x="-658554" y="2564526"/>
                    <a:pt x="361830" y="1354915"/>
                  </a:cubicBezTo>
                  <a:cubicBezTo>
                    <a:pt x="872022" y="750109"/>
                    <a:pt x="1780534" y="281619"/>
                    <a:pt x="2712699" y="91878"/>
                  </a:cubicBezTo>
                  <a:cubicBezTo>
                    <a:pt x="3004001" y="32584"/>
                    <a:pt x="3297613" y="512"/>
                    <a:pt x="3582099" y="7"/>
                  </a:cubicBezTo>
                  <a:close/>
                </a:path>
              </a:pathLst>
            </a:custGeom>
            <a:blipFill>
              <a:blip r:embed="rId30"/>
              <a:stretch>
                <a:fillRect l="-34876" t="-73" r="-34876" b="-73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 b="0" i="0" u="none" strike="noStrike">
                <a:solidFill>
                  <a:schemeClr val="tx1"/>
                </a:solidFill>
                <a:effectLst/>
                <a:latin typeface="Play"/>
              </a:endParaRPr>
            </a:p>
          </p:txBody>
        </p:sp>
      </p:grpSp>
      <p:grpSp>
        <p:nvGrpSpPr>
          <p:cNvPr id="35" name="Shape45"/>
          <p:cNvGrpSpPr/>
          <p:nvPr>
            <p:custDataLst>
              <p:tags r:id="rId2"/>
            </p:custDataLst>
          </p:nvPr>
        </p:nvGrpSpPr>
        <p:grpSpPr>
          <a:xfrm>
            <a:off x="931137" y="3142116"/>
            <a:ext cx="396478" cy="372770"/>
            <a:chOff x="296137" y="2507116"/>
            <a:chExt cx="396478" cy="372770"/>
          </a:xfrm>
        </p:grpSpPr>
        <p:sp>
          <p:nvSpPr>
            <p:cNvPr id="36" name="Shape7">
              <a:extLst>
                <a:ext uri="{FF2B5EF4-FFF2-40B4-BE49-F238E27FC236}">
                  <a16:creationId xmlns:a16="http://schemas.microsoft.com/office/drawing/2014/main" id="{6C9D0C5F-E3CD-4D63-98EB-0F22CA2661F5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 rot="14067739">
              <a:off x="291157" y="2513666"/>
              <a:ext cx="371200" cy="361239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7" name="Shape9">
              <a:extLst>
                <a:ext uri="{FF2B5EF4-FFF2-40B4-BE49-F238E27FC236}">
                  <a16:creationId xmlns:a16="http://schemas.microsoft.com/office/drawing/2014/main" id="{94474F72-AE6C-40DA-B1BC-B06554F143EF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 rot="15486682">
              <a:off x="332755" y="2496358"/>
              <a:ext cx="349102" cy="370618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38" name="Shape11"/>
            <p:cNvPicPr/>
            <p:nvPr>
              <p:custDataLst>
                <p:tags r:id="rId25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383553" y="2578447"/>
              <a:ext cx="229328" cy="229328"/>
            </a:xfrm>
            <a:prstGeom prst="rect">
              <a:avLst/>
            </a:prstGeom>
          </p:spPr>
        </p:pic>
      </p:grpSp>
      <p:sp>
        <p:nvSpPr>
          <p:cNvPr id="39" name="Shape13"/>
          <p:cNvSpPr/>
          <p:nvPr>
            <p:custDataLst>
              <p:tags r:id="rId3"/>
            </p:custDataLst>
          </p:nvPr>
        </p:nvSpPr>
        <p:spPr>
          <a:xfrm>
            <a:off x="1579615" y="3166881"/>
            <a:ext cx="3179493" cy="323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100" b="1">
                <a:solidFill>
                  <a:srgbClr val="000000"/>
                </a:solidFill>
                <a:latin typeface="+mn-lt"/>
              </a:rPr>
              <a:t>Phase-Wise Deployment:</a:t>
            </a:r>
          </a:p>
        </p:txBody>
      </p:sp>
      <p:grpSp>
        <p:nvGrpSpPr>
          <p:cNvPr id="40" name="Shape46"/>
          <p:cNvGrpSpPr/>
          <p:nvPr>
            <p:custDataLst>
              <p:tags r:id="rId4"/>
            </p:custDataLst>
          </p:nvPr>
        </p:nvGrpSpPr>
        <p:grpSpPr>
          <a:xfrm>
            <a:off x="1579615" y="3730886"/>
            <a:ext cx="198382" cy="191571"/>
            <a:chOff x="944615" y="3095886"/>
            <a:chExt cx="198382" cy="191571"/>
          </a:xfrm>
        </p:grpSpPr>
        <p:sp>
          <p:nvSpPr>
            <p:cNvPr id="41" name="Shape15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 rot="14067739">
              <a:off x="942196" y="3109603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2" name="Shape17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 rot="15486682">
              <a:off x="968231" y="3090661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3" name="Shape19"/>
          <p:cNvSpPr/>
          <p:nvPr>
            <p:custDataLst>
              <p:tags r:id="rId5"/>
            </p:custDataLst>
          </p:nvPr>
        </p:nvSpPr>
        <p:spPr>
          <a:xfrm>
            <a:off x="1921996" y="3672748"/>
            <a:ext cx="4056539" cy="307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+mn-lt"/>
              </a:rPr>
              <a:t>Full-Scale Deployment (12 months)</a:t>
            </a:r>
          </a:p>
        </p:txBody>
      </p:sp>
      <p:grpSp>
        <p:nvGrpSpPr>
          <p:cNvPr id="44" name="Shape47"/>
          <p:cNvGrpSpPr/>
          <p:nvPr>
            <p:custDataLst>
              <p:tags r:id="rId6"/>
            </p:custDataLst>
          </p:nvPr>
        </p:nvGrpSpPr>
        <p:grpSpPr>
          <a:xfrm>
            <a:off x="1579615" y="4182734"/>
            <a:ext cx="198382" cy="191571"/>
            <a:chOff x="944615" y="3547734"/>
            <a:chExt cx="198382" cy="191571"/>
          </a:xfrm>
        </p:grpSpPr>
        <p:sp>
          <p:nvSpPr>
            <p:cNvPr id="45" name="Shape21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 rot="14067739">
              <a:off x="942196" y="3561451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6" name="Shape23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 rot="15486682">
              <a:off x="968231" y="3542509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7" name="Shape25"/>
          <p:cNvSpPr/>
          <p:nvPr>
            <p:custDataLst>
              <p:tags r:id="rId7"/>
            </p:custDataLst>
          </p:nvPr>
        </p:nvSpPr>
        <p:spPr>
          <a:xfrm>
            <a:off x="1921997" y="4124596"/>
            <a:ext cx="3258058" cy="6156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+mn-lt"/>
              </a:rPr>
              <a:t>Pilot Testing in Key Cities (6 
months)</a:t>
            </a:r>
          </a:p>
        </p:txBody>
      </p:sp>
      <p:grpSp>
        <p:nvGrpSpPr>
          <p:cNvPr id="48" name="Shape48"/>
          <p:cNvGrpSpPr/>
          <p:nvPr>
            <p:custDataLst>
              <p:tags r:id="rId8"/>
            </p:custDataLst>
          </p:nvPr>
        </p:nvGrpSpPr>
        <p:grpSpPr>
          <a:xfrm>
            <a:off x="1579615" y="4942430"/>
            <a:ext cx="198382" cy="191571"/>
            <a:chOff x="944615" y="4307430"/>
            <a:chExt cx="198382" cy="191571"/>
          </a:xfrm>
        </p:grpSpPr>
        <p:sp>
          <p:nvSpPr>
            <p:cNvPr id="49" name="Shape27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rot="14067739">
              <a:off x="942196" y="4321147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0" name="Shape29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 rot="15486682">
              <a:off x="968231" y="4302206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51" name="Shape31"/>
          <p:cNvSpPr/>
          <p:nvPr>
            <p:custDataLst>
              <p:tags r:id="rId9"/>
            </p:custDataLst>
          </p:nvPr>
        </p:nvSpPr>
        <p:spPr>
          <a:xfrm>
            <a:off x="1921997" y="4884293"/>
            <a:ext cx="3391138" cy="6156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+mn-lt"/>
              </a:rPr>
              <a:t>Prototype Development (3–6 
months)</a:t>
            </a:r>
          </a:p>
        </p:txBody>
      </p:sp>
      <p:grpSp>
        <p:nvGrpSpPr>
          <p:cNvPr id="52" name="Shape49"/>
          <p:cNvGrpSpPr/>
          <p:nvPr>
            <p:custDataLst>
              <p:tags r:id="rId10"/>
            </p:custDataLst>
          </p:nvPr>
        </p:nvGrpSpPr>
        <p:grpSpPr>
          <a:xfrm>
            <a:off x="1579615" y="5702126"/>
            <a:ext cx="198382" cy="191571"/>
            <a:chOff x="944615" y="5067127"/>
            <a:chExt cx="198382" cy="191571"/>
          </a:xfrm>
        </p:grpSpPr>
        <p:sp>
          <p:nvSpPr>
            <p:cNvPr id="53" name="Shape33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rot="14067739">
              <a:off x="942197" y="5080843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4" name="Shape35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 rot="15486682">
              <a:off x="968232" y="5061902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55" name="Shape37"/>
          <p:cNvSpPr/>
          <p:nvPr>
            <p:custDataLst>
              <p:tags r:id="rId11"/>
            </p:custDataLst>
          </p:nvPr>
        </p:nvSpPr>
        <p:spPr>
          <a:xfrm>
            <a:off x="1921998" y="5643988"/>
            <a:ext cx="3979577" cy="307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+mn-lt"/>
              </a:rPr>
              <a:t>Continuous Upgrades and Support</a:t>
            </a:r>
          </a:p>
        </p:txBody>
      </p:sp>
      <p:grpSp>
        <p:nvGrpSpPr>
          <p:cNvPr id="33" name="Shape5"/>
          <p:cNvGrpSpPr/>
          <p:nvPr>
            <p:custDataLst>
              <p:tags r:id="rId12"/>
            </p:custDataLst>
          </p:nvPr>
        </p:nvGrpSpPr>
        <p:grpSpPr>
          <a:xfrm>
            <a:off x="923587" y="2760122"/>
            <a:ext cx="1620000" cy="36000"/>
            <a:chOff x="4983480" y="2545080"/>
            <a:chExt cx="1620000" cy="36000"/>
          </a:xfrm>
        </p:grpSpPr>
        <p:sp>
          <p:nvSpPr>
            <p:cNvPr id="34" name="Shape50">
              <a:extLst>
                <a:ext uri="{FF2B5EF4-FFF2-40B4-BE49-F238E27FC236}">
                  <a16:creationId xmlns:a16="http://schemas.microsoft.com/office/drawing/2014/main" id="{C5F9E326-D271-52C4-6F24-1F299F4C1D0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4983480" y="2545080"/>
              <a:ext cx="1620000" cy="36000"/>
            </a:xfrm>
            <a:prstGeom prst="rect">
              <a:avLst/>
            </a:prstGeom>
            <a:solidFill>
              <a:srgbClr val="6495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00">
                <a:solidFill>
                  <a:srgbClr val="000000"/>
                </a:solidFill>
                <a:latin typeface="Play"/>
              </a:endParaRPr>
            </a:p>
          </p:txBody>
        </p:sp>
      </p:grpSp>
      <p:sp>
        <p:nvSpPr>
          <p:cNvPr id="32" name="Shape51">
            <a:extLst>
              <a:ext uri="{FF2B5EF4-FFF2-40B4-BE49-F238E27FC236}">
                <a16:creationId xmlns:a16="http://schemas.microsoft.com/office/drawing/2014/main" id="{A79BADD9-976F-47AC-B132-3188808C7B1C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931137" y="1340032"/>
            <a:ext cx="5021771" cy="5409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000" b="1">
                <a:solidFill>
                  <a:srgbClr val="000000"/>
                </a:solidFill>
                <a:latin typeface="+mn-lt"/>
              </a:rPr>
              <a:t>Implementation Plan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Shape37"/>
          <p:cNvGrpSpPr/>
          <p:nvPr>
            <p:custDataLst>
              <p:tags r:id="rId1"/>
            </p:custDataLst>
          </p:nvPr>
        </p:nvGrpSpPr>
        <p:grpSpPr>
          <a:xfrm>
            <a:off x="7500507" y="90629"/>
            <a:ext cx="4803151" cy="6907701"/>
            <a:chOff x="6865507" y="-544371"/>
            <a:chExt cx="4803151" cy="6907701"/>
          </a:xfrm>
        </p:grpSpPr>
        <p:sp>
          <p:nvSpPr>
            <p:cNvPr id="48" name="Shape32">
              <a:extLst>
                <a:ext uri="{FF2B5EF4-FFF2-40B4-BE49-F238E27FC236}">
                  <a16:creationId xmlns:a16="http://schemas.microsoft.com/office/drawing/2014/main" id="{62C560AD-5622-6990-FC51-8982B2D06100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 rot="20295544">
              <a:off x="7345455" y="-357605"/>
              <a:ext cx="2615205" cy="2554772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Shape34">
              <a:extLst>
                <a:ext uri="{FF2B5EF4-FFF2-40B4-BE49-F238E27FC236}">
                  <a16:creationId xmlns:a16="http://schemas.microsoft.com/office/drawing/2014/main" id="{7275CE68-8A8F-52C4-D3F8-6BFF3ADBA2EB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 rot="15496747">
              <a:off x="10453684" y="-573044"/>
              <a:ext cx="930415" cy="987762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0" name="Shape36">
              <a:extLst>
                <a:ext uri="{FF2B5EF4-FFF2-40B4-BE49-F238E27FC236}">
                  <a16:creationId xmlns:a16="http://schemas.microsoft.com/office/drawing/2014/main" id="{8E4AEA08-2DC9-9671-F82A-9C661701B540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6865507" y="919781"/>
              <a:ext cx="4803151" cy="5443549"/>
            </a:xfrm>
            <a:custGeom>
              <a:avLst/>
              <a:gdLst>
                <a:gd name="connsiteX0" fmla="*/ 3582099 w 4803151"/>
                <a:gd name="connsiteY0" fmla="*/ 7 h 5443549"/>
                <a:gd name="connsiteX1" fmla="*/ 4691924 w 4803151"/>
                <a:gd name="connsiteY1" fmla="*/ 195439 h 5443549"/>
                <a:gd name="connsiteX2" fmla="*/ 4803151 w 4803151"/>
                <a:gd name="connsiteY2" fmla="*/ 245438 h 5443549"/>
                <a:gd name="connsiteX3" fmla="*/ 4803151 w 4803151"/>
                <a:gd name="connsiteY3" fmla="*/ 5443549 h 5443549"/>
                <a:gd name="connsiteX4" fmla="*/ 2410364 w 4803151"/>
                <a:gd name="connsiteY4" fmla="*/ 5443549 h 5443549"/>
                <a:gd name="connsiteX5" fmla="*/ 2258366 w 4803151"/>
                <a:gd name="connsiteY5" fmla="*/ 5369222 h 5443549"/>
                <a:gd name="connsiteX6" fmla="*/ 1510348 w 4803151"/>
                <a:gd name="connsiteY6" fmla="*/ 4881728 h 5443549"/>
                <a:gd name="connsiteX7" fmla="*/ 361830 w 4803151"/>
                <a:gd name="connsiteY7" fmla="*/ 1354915 h 5443549"/>
                <a:gd name="connsiteX8" fmla="*/ 2712699 w 4803151"/>
                <a:gd name="connsiteY8" fmla="*/ 91878 h 5443549"/>
                <a:gd name="connsiteX9" fmla="*/ 3582099 w 4803151"/>
                <a:gd name="connsiteY9" fmla="*/ 7 h 5443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803151" h="5443549">
                  <a:moveTo>
                    <a:pt x="3582099" y="7"/>
                  </a:moveTo>
                  <a:cubicBezTo>
                    <a:pt x="3980383" y="-699"/>
                    <a:pt x="4360781" y="60470"/>
                    <a:pt x="4691924" y="195439"/>
                  </a:cubicBezTo>
                  <a:lnTo>
                    <a:pt x="4803151" y="245438"/>
                  </a:lnTo>
                  <a:lnTo>
                    <a:pt x="4803151" y="5443549"/>
                  </a:lnTo>
                  <a:lnTo>
                    <a:pt x="2410364" y="5443549"/>
                  </a:lnTo>
                  <a:lnTo>
                    <a:pt x="2258366" y="5369222"/>
                  </a:lnTo>
                  <a:cubicBezTo>
                    <a:pt x="1965671" y="5216051"/>
                    <a:pt x="1707308" y="5041445"/>
                    <a:pt x="1510348" y="4881728"/>
                  </a:cubicBezTo>
                  <a:cubicBezTo>
                    <a:pt x="722513" y="4242864"/>
                    <a:pt x="-658554" y="2564526"/>
                    <a:pt x="361830" y="1354915"/>
                  </a:cubicBezTo>
                  <a:cubicBezTo>
                    <a:pt x="872022" y="750109"/>
                    <a:pt x="1780534" y="281619"/>
                    <a:pt x="2712699" y="91878"/>
                  </a:cubicBezTo>
                  <a:cubicBezTo>
                    <a:pt x="3004001" y="32584"/>
                    <a:pt x="3297613" y="512"/>
                    <a:pt x="3582099" y="7"/>
                  </a:cubicBezTo>
                  <a:close/>
                </a:path>
              </a:pathLst>
            </a:custGeom>
            <a:blipFill>
              <a:blip r:embed="rId26"/>
              <a:stretch>
                <a:fillRect l="-34743" t="-73" r="-34743" b="-73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9pPr>
            </a:lstStyle>
            <a:p>
              <a:pPr algn="ctr"/>
              <a:endParaRPr lang="en-US" sz="1800" b="0" i="0" u="none" strike="noStrike" dirty="0">
                <a:solidFill>
                  <a:schemeClr val="tx1"/>
                </a:solidFill>
                <a:effectLst/>
                <a:latin typeface="Play"/>
              </a:endParaRPr>
            </a:p>
          </p:txBody>
        </p:sp>
      </p:grpSp>
      <p:grpSp>
        <p:nvGrpSpPr>
          <p:cNvPr id="30" name="Shape38"/>
          <p:cNvGrpSpPr/>
          <p:nvPr>
            <p:custDataLst>
              <p:tags r:id="rId2"/>
            </p:custDataLst>
          </p:nvPr>
        </p:nvGrpSpPr>
        <p:grpSpPr>
          <a:xfrm>
            <a:off x="931137" y="3142116"/>
            <a:ext cx="396478" cy="372770"/>
            <a:chOff x="296137" y="2507116"/>
            <a:chExt cx="396478" cy="372770"/>
          </a:xfrm>
        </p:grpSpPr>
        <p:sp>
          <p:nvSpPr>
            <p:cNvPr id="31" name="Shape6">
              <a:extLst>
                <a:ext uri="{FF2B5EF4-FFF2-40B4-BE49-F238E27FC236}">
                  <a16:creationId xmlns:a16="http://schemas.microsoft.com/office/drawing/2014/main" id="{6C9D0C5F-E3CD-4D63-98EB-0F22CA2661F5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 rot="14067739">
              <a:off x="291157" y="2513666"/>
              <a:ext cx="371200" cy="361239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2" name="Shape8">
              <a:extLst>
                <a:ext uri="{FF2B5EF4-FFF2-40B4-BE49-F238E27FC236}">
                  <a16:creationId xmlns:a16="http://schemas.microsoft.com/office/drawing/2014/main" id="{94474F72-AE6C-40DA-B1BC-B06554F143EF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 rot="15486682">
              <a:off x="332756" y="2496358"/>
              <a:ext cx="349102" cy="370618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33" name="Shape10"/>
            <p:cNvPicPr/>
            <p:nvPr>
              <p:custDataLst>
                <p:tags r:id="rId21"/>
              </p:custDataLst>
            </p:nvPr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383552" y="2578447"/>
              <a:ext cx="229328" cy="229328"/>
            </a:xfrm>
            <a:prstGeom prst="rect">
              <a:avLst/>
            </a:prstGeom>
          </p:spPr>
        </p:pic>
      </p:grpSp>
      <p:sp>
        <p:nvSpPr>
          <p:cNvPr id="34" name="Shape12"/>
          <p:cNvSpPr/>
          <p:nvPr>
            <p:custDataLst>
              <p:tags r:id="rId3"/>
            </p:custDataLst>
          </p:nvPr>
        </p:nvSpPr>
        <p:spPr>
          <a:xfrm>
            <a:off x="1579616" y="3166881"/>
            <a:ext cx="2281603" cy="323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100" b="1">
                <a:solidFill>
                  <a:srgbClr val="000000"/>
                </a:solidFill>
                <a:latin typeface="+mn-lt"/>
              </a:rPr>
              <a:t>Revenue Streams:</a:t>
            </a:r>
          </a:p>
        </p:txBody>
      </p:sp>
      <p:grpSp>
        <p:nvGrpSpPr>
          <p:cNvPr id="35" name="Shape39"/>
          <p:cNvGrpSpPr/>
          <p:nvPr>
            <p:custDataLst>
              <p:tags r:id="rId4"/>
            </p:custDataLst>
          </p:nvPr>
        </p:nvGrpSpPr>
        <p:grpSpPr>
          <a:xfrm>
            <a:off x="1579615" y="3730886"/>
            <a:ext cx="198382" cy="191571"/>
            <a:chOff x="944615" y="3095886"/>
            <a:chExt cx="198382" cy="191571"/>
          </a:xfrm>
        </p:grpSpPr>
        <p:sp>
          <p:nvSpPr>
            <p:cNvPr id="36" name="Shape14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rot="14067739">
              <a:off x="942196" y="3109603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7" name="Shape16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 rot="15486682">
              <a:off x="968231" y="3090661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38" name="Shape18"/>
          <p:cNvSpPr/>
          <p:nvPr>
            <p:custDataLst>
              <p:tags r:id="rId5"/>
            </p:custDataLst>
          </p:nvPr>
        </p:nvSpPr>
        <p:spPr>
          <a:xfrm>
            <a:off x="1921996" y="3672748"/>
            <a:ext cx="3597973" cy="307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+mn-lt"/>
              </a:rPr>
              <a:t>Subscription fees for operators</a:t>
            </a:r>
          </a:p>
        </p:txBody>
      </p:sp>
      <p:grpSp>
        <p:nvGrpSpPr>
          <p:cNvPr id="39" name="Shape40"/>
          <p:cNvGrpSpPr/>
          <p:nvPr>
            <p:custDataLst>
              <p:tags r:id="rId6"/>
            </p:custDataLst>
          </p:nvPr>
        </p:nvGrpSpPr>
        <p:grpSpPr>
          <a:xfrm>
            <a:off x="1579615" y="4182734"/>
            <a:ext cx="198382" cy="191571"/>
            <a:chOff x="944615" y="3547734"/>
            <a:chExt cx="198382" cy="191571"/>
          </a:xfrm>
        </p:grpSpPr>
        <p:sp>
          <p:nvSpPr>
            <p:cNvPr id="40" name="Shape20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rot="14067739">
              <a:off x="942196" y="3561451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1" name="Shape22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 rot="15486682">
              <a:off x="968231" y="3542509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2" name="Shape24"/>
          <p:cNvSpPr/>
          <p:nvPr>
            <p:custDataLst>
              <p:tags r:id="rId7"/>
            </p:custDataLst>
          </p:nvPr>
        </p:nvSpPr>
        <p:spPr>
          <a:xfrm>
            <a:off x="1921998" y="4124596"/>
            <a:ext cx="4074176" cy="307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+mn-lt"/>
              </a:rPr>
              <a:t>Transaction fees for NFC payments</a:t>
            </a:r>
          </a:p>
        </p:txBody>
      </p:sp>
      <p:grpSp>
        <p:nvGrpSpPr>
          <p:cNvPr id="43" name="Shape41"/>
          <p:cNvGrpSpPr/>
          <p:nvPr>
            <p:custDataLst>
              <p:tags r:id="rId8"/>
            </p:custDataLst>
          </p:nvPr>
        </p:nvGrpSpPr>
        <p:grpSpPr>
          <a:xfrm>
            <a:off x="1579615" y="4634582"/>
            <a:ext cx="198382" cy="191571"/>
            <a:chOff x="944615" y="3999583"/>
            <a:chExt cx="198382" cy="191571"/>
          </a:xfrm>
        </p:grpSpPr>
        <p:sp>
          <p:nvSpPr>
            <p:cNvPr id="44" name="Shape26">
              <a:extLst>
                <a:ext uri="{FF2B5EF4-FFF2-40B4-BE49-F238E27FC236}">
                  <a16:creationId xmlns:a16="http://schemas.microsoft.com/office/drawing/2014/main" id="{23B51A6F-5D61-432A-9114-AA25D40EB976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 rot="14067739">
              <a:off x="942196" y="4013299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5" name="Shape28">
              <a:extLst>
                <a:ext uri="{FF2B5EF4-FFF2-40B4-BE49-F238E27FC236}">
                  <a16:creationId xmlns:a16="http://schemas.microsoft.com/office/drawing/2014/main" id="{AA71A3E4-AA89-44A4-9C6D-52CEB28C51C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 rot="15486682">
              <a:off x="968231" y="3994358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6" name="Shape30"/>
          <p:cNvSpPr/>
          <p:nvPr>
            <p:custDataLst>
              <p:tags r:id="rId9"/>
            </p:custDataLst>
          </p:nvPr>
        </p:nvSpPr>
        <p:spPr>
          <a:xfrm>
            <a:off x="1921997" y="4576444"/>
            <a:ext cx="3811222" cy="6156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+mn-lt"/>
              </a:rPr>
              <a:t>Advertising opportunities on the 
platform</a:t>
            </a:r>
          </a:p>
        </p:txBody>
      </p:sp>
      <p:grpSp>
        <p:nvGrpSpPr>
          <p:cNvPr id="28" name="Shape4"/>
          <p:cNvGrpSpPr/>
          <p:nvPr>
            <p:custDataLst>
              <p:tags r:id="rId10"/>
            </p:custDataLst>
          </p:nvPr>
        </p:nvGrpSpPr>
        <p:grpSpPr>
          <a:xfrm>
            <a:off x="923587" y="2760122"/>
            <a:ext cx="1620000" cy="36000"/>
            <a:chOff x="4983480" y="2545080"/>
            <a:chExt cx="1620000" cy="36000"/>
          </a:xfrm>
        </p:grpSpPr>
        <p:sp>
          <p:nvSpPr>
            <p:cNvPr id="29" name="Shape42">
              <a:extLst>
                <a:ext uri="{FF2B5EF4-FFF2-40B4-BE49-F238E27FC236}">
                  <a16:creationId xmlns:a16="http://schemas.microsoft.com/office/drawing/2014/main" id="{C5F9E326-D271-52C4-6F24-1F299F4C1D05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4983480" y="2545080"/>
              <a:ext cx="1620000" cy="36000"/>
            </a:xfrm>
            <a:prstGeom prst="rect">
              <a:avLst/>
            </a:prstGeom>
            <a:solidFill>
              <a:srgbClr val="6495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9pPr>
            </a:lstStyle>
            <a:p>
              <a:pPr algn="ctr"/>
              <a:endParaRPr lang="ru-RU" sz="200">
                <a:solidFill>
                  <a:srgbClr val="000000"/>
                </a:solidFill>
                <a:latin typeface="Play"/>
              </a:endParaRPr>
            </a:p>
          </p:txBody>
        </p:sp>
      </p:grpSp>
      <p:sp>
        <p:nvSpPr>
          <p:cNvPr id="27" name="Shape43">
            <a:extLst>
              <a:ext uri="{FF2B5EF4-FFF2-40B4-BE49-F238E27FC236}">
                <a16:creationId xmlns:a16="http://schemas.microsoft.com/office/drawing/2014/main" id="{A79BADD9-976F-47AC-B132-3188808C7B1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931137" y="1285934"/>
            <a:ext cx="4566001" cy="6491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800" b="1">
                <a:solidFill>
                  <a:srgbClr val="000000"/>
                </a:solidFill>
                <a:latin typeface="+mn-lt"/>
              </a:rPr>
              <a:t>Financial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Shape43"/>
          <p:cNvGrpSpPr/>
          <p:nvPr>
            <p:custDataLst>
              <p:tags r:id="rId1"/>
            </p:custDataLst>
          </p:nvPr>
        </p:nvGrpSpPr>
        <p:grpSpPr>
          <a:xfrm>
            <a:off x="-1572419" y="1582680"/>
            <a:ext cx="5228969" cy="6793692"/>
            <a:chOff x="-2207419" y="947680"/>
            <a:chExt cx="5228969" cy="6793692"/>
          </a:xfrm>
        </p:grpSpPr>
        <p:sp>
          <p:nvSpPr>
            <p:cNvPr id="58" name="Shape38">
              <a:extLst>
                <a:ext uri="{FF2B5EF4-FFF2-40B4-BE49-F238E27FC236}">
                  <a16:creationId xmlns:a16="http://schemas.microsoft.com/office/drawing/2014/main" id="{71A0F4A3-5E8B-4365-B762-34C9BF9089D3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 rot="13855938">
              <a:off x="1128529" y="2314345"/>
              <a:ext cx="1638263" cy="1739239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9" name="Shape40">
              <a:extLst>
                <a:ext uri="{FF2B5EF4-FFF2-40B4-BE49-F238E27FC236}">
                  <a16:creationId xmlns:a16="http://schemas.microsoft.com/office/drawing/2014/main" id="{048CF8AA-7438-4674-BBD4-2E68C5AEB186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 rot="3211484">
              <a:off x="-2055629" y="2664193"/>
              <a:ext cx="4925389" cy="5228969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40000"/>
              </a:srgbClr>
            </a:solidFill>
            <a:ln>
              <a:noFill/>
            </a:ln>
            <a:effectLst>
              <a:softEdge rad="635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0" name="Shape42">
              <a:extLst>
                <a:ext uri="{FF2B5EF4-FFF2-40B4-BE49-F238E27FC236}">
                  <a16:creationId xmlns:a16="http://schemas.microsoft.com/office/drawing/2014/main" id="{DF827799-5EAC-45D9-A402-389D78AB904F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 rot="10513324">
              <a:off x="-106461" y="947680"/>
              <a:ext cx="827548" cy="878555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36" name="Shape44"/>
          <p:cNvGrpSpPr/>
          <p:nvPr>
            <p:custDataLst>
              <p:tags r:id="rId2"/>
            </p:custDataLst>
          </p:nvPr>
        </p:nvGrpSpPr>
        <p:grpSpPr>
          <a:xfrm>
            <a:off x="5267325" y="2792627"/>
            <a:ext cx="504000" cy="468001"/>
            <a:chOff x="4632325" y="2157627"/>
            <a:chExt cx="504000" cy="468001"/>
          </a:xfrm>
        </p:grpSpPr>
        <p:sp>
          <p:nvSpPr>
            <p:cNvPr id="37" name="Shape6">
              <a:extLst>
                <a:ext uri="{FF2B5EF4-FFF2-40B4-BE49-F238E27FC236}">
                  <a16:creationId xmlns:a16="http://schemas.microsoft.com/office/drawing/2014/main" id="{11E118FE-174D-3BA1-BA93-7A5F35C5239C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 rot="14067739">
              <a:off x="4628913" y="2163011"/>
              <a:ext cx="466029" cy="45920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8" name="Shape8">
              <a:extLst>
                <a:ext uri="{FF2B5EF4-FFF2-40B4-BE49-F238E27FC236}">
                  <a16:creationId xmlns:a16="http://schemas.microsoft.com/office/drawing/2014/main" id="{80763FBC-F699-FFD7-A6E8-F17B3FC62DCB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 rot="15486682">
              <a:off x="4681619" y="2141206"/>
              <a:ext cx="438285" cy="471127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39" name="Shape10"/>
            <p:cNvPicPr/>
            <p:nvPr>
              <p:custDataLst>
                <p:tags r:id="rId23"/>
              </p:custDataLst>
            </p:nvPr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4745250" y="2247181"/>
              <a:ext cx="287914" cy="287914"/>
            </a:xfrm>
            <a:prstGeom prst="rect">
              <a:avLst/>
            </a:prstGeom>
          </p:spPr>
        </p:pic>
      </p:grpSp>
      <p:sp>
        <p:nvSpPr>
          <p:cNvPr id="40" name="Shape12"/>
          <p:cNvSpPr/>
          <p:nvPr>
            <p:custDataLst>
              <p:tags r:id="rId3"/>
            </p:custDataLst>
          </p:nvPr>
        </p:nvSpPr>
        <p:spPr>
          <a:xfrm>
            <a:off x="6023325" y="2841918"/>
            <a:ext cx="5267087" cy="3694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400" b="1">
                <a:solidFill>
                  <a:srgbClr val="000000"/>
                </a:solidFill>
                <a:latin typeface="+mn-lt"/>
              </a:rPr>
              <a:t>Transforming Public Transportation:</a:t>
            </a:r>
          </a:p>
        </p:txBody>
      </p:sp>
      <p:grpSp>
        <p:nvGrpSpPr>
          <p:cNvPr id="41" name="Shape45"/>
          <p:cNvGrpSpPr/>
          <p:nvPr>
            <p:custDataLst>
              <p:tags r:id="rId4"/>
            </p:custDataLst>
          </p:nvPr>
        </p:nvGrpSpPr>
        <p:grpSpPr>
          <a:xfrm>
            <a:off x="6023325" y="3476627"/>
            <a:ext cx="198382" cy="191571"/>
            <a:chOff x="5388325" y="2841627"/>
            <a:chExt cx="198382" cy="191571"/>
          </a:xfrm>
        </p:grpSpPr>
        <p:sp>
          <p:nvSpPr>
            <p:cNvPr id="42" name="Shape14">
              <a:extLst>
                <a:ext uri="{FF2B5EF4-FFF2-40B4-BE49-F238E27FC236}">
                  <a16:creationId xmlns:a16="http://schemas.microsoft.com/office/drawing/2014/main" id="{4ACFAD40-0CB0-F9E3-346A-46EA0AACA500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 rot="14067739">
              <a:off x="5385907" y="2855344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3" name="Shape16">
              <a:extLst>
                <a:ext uri="{FF2B5EF4-FFF2-40B4-BE49-F238E27FC236}">
                  <a16:creationId xmlns:a16="http://schemas.microsoft.com/office/drawing/2014/main" id="{1B731932-45A2-6DE0-2262-81EF5DC44935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 rot="15486682">
              <a:off x="5411942" y="2836402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4" name="Shape18"/>
          <p:cNvSpPr/>
          <p:nvPr>
            <p:custDataLst>
              <p:tags r:id="rId5"/>
            </p:custDataLst>
          </p:nvPr>
        </p:nvSpPr>
        <p:spPr>
          <a:xfrm>
            <a:off x="6365708" y="3395401"/>
            <a:ext cx="3886581" cy="3540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300">
                <a:solidFill>
                  <a:srgbClr val="000000"/>
                </a:solidFill>
                <a:latin typeface="+mn-lt"/>
              </a:rPr>
              <a:t>Reduce waiting times by 30%</a:t>
            </a:r>
          </a:p>
        </p:txBody>
      </p:sp>
      <p:grpSp>
        <p:nvGrpSpPr>
          <p:cNvPr id="45" name="Shape46"/>
          <p:cNvGrpSpPr/>
          <p:nvPr>
            <p:custDataLst>
              <p:tags r:id="rId6"/>
            </p:custDataLst>
          </p:nvPr>
        </p:nvGrpSpPr>
        <p:grpSpPr>
          <a:xfrm>
            <a:off x="6023325" y="3974653"/>
            <a:ext cx="198382" cy="191572"/>
            <a:chOff x="5388325" y="3339652"/>
            <a:chExt cx="198382" cy="191572"/>
          </a:xfrm>
        </p:grpSpPr>
        <p:sp>
          <p:nvSpPr>
            <p:cNvPr id="46" name="Shape20">
              <a:extLst>
                <a:ext uri="{FF2B5EF4-FFF2-40B4-BE49-F238E27FC236}">
                  <a16:creationId xmlns:a16="http://schemas.microsoft.com/office/drawing/2014/main" id="{4ACFAD40-0CB0-F9E3-346A-46EA0AACA500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rot="14067739">
              <a:off x="5385907" y="3353370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7" name="Shape22">
              <a:extLst>
                <a:ext uri="{FF2B5EF4-FFF2-40B4-BE49-F238E27FC236}">
                  <a16:creationId xmlns:a16="http://schemas.microsoft.com/office/drawing/2014/main" id="{1B731932-45A2-6DE0-2262-81EF5DC44935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 rot="15486682">
              <a:off x="5411942" y="3334427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8" name="Shape24"/>
          <p:cNvSpPr/>
          <p:nvPr>
            <p:custDataLst>
              <p:tags r:id="rId7"/>
            </p:custDataLst>
          </p:nvPr>
        </p:nvSpPr>
        <p:spPr>
          <a:xfrm>
            <a:off x="6365708" y="3893426"/>
            <a:ext cx="4620927" cy="708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300">
                <a:solidFill>
                  <a:srgbClr val="000000"/>
                </a:solidFill>
                <a:latin typeface="+mn-lt"/>
              </a:rPr>
              <a:t>Increase passenger satisfaction by 
50%</a:t>
            </a:r>
          </a:p>
        </p:txBody>
      </p:sp>
      <p:grpSp>
        <p:nvGrpSpPr>
          <p:cNvPr id="49" name="Shape47"/>
          <p:cNvGrpSpPr/>
          <p:nvPr>
            <p:custDataLst>
              <p:tags r:id="rId8"/>
            </p:custDataLst>
          </p:nvPr>
        </p:nvGrpSpPr>
        <p:grpSpPr>
          <a:xfrm>
            <a:off x="6023325" y="4826703"/>
            <a:ext cx="198382" cy="191571"/>
            <a:chOff x="5388325" y="4191703"/>
            <a:chExt cx="198382" cy="191571"/>
          </a:xfrm>
        </p:grpSpPr>
        <p:sp>
          <p:nvSpPr>
            <p:cNvPr id="50" name="Shape26">
              <a:extLst>
                <a:ext uri="{FF2B5EF4-FFF2-40B4-BE49-F238E27FC236}">
                  <a16:creationId xmlns:a16="http://schemas.microsoft.com/office/drawing/2014/main" id="{4ACFAD40-0CB0-F9E3-346A-46EA0AACA50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rot="14067739">
              <a:off x="5385907" y="4205420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1" name="Shape28">
              <a:extLst>
                <a:ext uri="{FF2B5EF4-FFF2-40B4-BE49-F238E27FC236}">
                  <a16:creationId xmlns:a16="http://schemas.microsoft.com/office/drawing/2014/main" id="{1B731932-45A2-6DE0-2262-81EF5DC44935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 rot="15486682">
              <a:off x="5411942" y="4186479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52" name="Shape30"/>
          <p:cNvSpPr/>
          <p:nvPr>
            <p:custDataLst>
              <p:tags r:id="rId9"/>
            </p:custDataLst>
          </p:nvPr>
        </p:nvSpPr>
        <p:spPr>
          <a:xfrm>
            <a:off x="6365707" y="4745477"/>
            <a:ext cx="4800505" cy="708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300">
                <a:solidFill>
                  <a:srgbClr val="000000"/>
                </a:solidFill>
                <a:latin typeface="+mn-lt"/>
              </a:rPr>
              <a:t>Improve safety and efficiency in the 
public transport sector</a:t>
            </a:r>
          </a:p>
        </p:txBody>
      </p:sp>
      <p:grpSp>
        <p:nvGrpSpPr>
          <p:cNvPr id="53" name="Shape48"/>
          <p:cNvGrpSpPr/>
          <p:nvPr>
            <p:custDataLst>
              <p:tags r:id="rId10"/>
            </p:custDataLst>
          </p:nvPr>
        </p:nvGrpSpPr>
        <p:grpSpPr>
          <a:xfrm>
            <a:off x="6023325" y="5678754"/>
            <a:ext cx="198382" cy="191572"/>
            <a:chOff x="5388325" y="5043754"/>
            <a:chExt cx="198382" cy="191572"/>
          </a:xfrm>
        </p:grpSpPr>
        <p:sp>
          <p:nvSpPr>
            <p:cNvPr id="54" name="Shape32">
              <a:extLst>
                <a:ext uri="{FF2B5EF4-FFF2-40B4-BE49-F238E27FC236}">
                  <a16:creationId xmlns:a16="http://schemas.microsoft.com/office/drawing/2014/main" id="{4ACFAD40-0CB0-F9E3-346A-46EA0AACA500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 rot="14067739">
              <a:off x="5385907" y="5057471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5" name="Shape34">
              <a:extLst>
                <a:ext uri="{FF2B5EF4-FFF2-40B4-BE49-F238E27FC236}">
                  <a16:creationId xmlns:a16="http://schemas.microsoft.com/office/drawing/2014/main" id="{1B731932-45A2-6DE0-2262-81EF5DC4493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 rot="15486682">
              <a:off x="5411942" y="5038529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56" name="Shape36"/>
          <p:cNvSpPr/>
          <p:nvPr>
            <p:custDataLst>
              <p:tags r:id="rId11"/>
            </p:custDataLst>
          </p:nvPr>
        </p:nvSpPr>
        <p:spPr>
          <a:xfrm>
            <a:off x="6365708" y="5597527"/>
            <a:ext cx="4980083" cy="3540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300">
                <a:solidFill>
                  <a:srgbClr val="000000"/>
                </a:solidFill>
                <a:latin typeface="+mn-lt"/>
              </a:rPr>
              <a:t>Encourage sustainable urban mobility</a:t>
            </a:r>
          </a:p>
        </p:txBody>
      </p:sp>
      <p:sp>
        <p:nvSpPr>
          <p:cNvPr id="5" name="Shape49">
            <a:extLst>
              <a:ext uri="{FF2B5EF4-FFF2-40B4-BE49-F238E27FC236}">
                <a16:creationId xmlns:a16="http://schemas.microsoft.com/office/drawing/2014/main" id="{D85786B7-5E06-1DBA-F9BA-F0854B6A6F40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267324" y="751048"/>
            <a:ext cx="6053831" cy="8114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000" b="1">
                <a:solidFill>
                  <a:srgbClr val="000000"/>
                </a:solidFill>
                <a:latin typeface="+mn-lt"/>
              </a:rPr>
              <a:t>Expected Impact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Shape69"/>
          <p:cNvGrpSpPr/>
          <p:nvPr>
            <p:custDataLst>
              <p:tags r:id="rId1"/>
            </p:custDataLst>
          </p:nvPr>
        </p:nvGrpSpPr>
        <p:grpSpPr>
          <a:xfrm>
            <a:off x="-256911" y="909709"/>
            <a:ext cx="5181917" cy="6246978"/>
            <a:chOff x="-891911" y="274709"/>
            <a:chExt cx="5181917" cy="6246978"/>
          </a:xfrm>
        </p:grpSpPr>
        <p:sp>
          <p:nvSpPr>
            <p:cNvPr id="93" name="Shape66">
              <a:extLst>
                <a:ext uri="{FF2B5EF4-FFF2-40B4-BE49-F238E27FC236}">
                  <a16:creationId xmlns:a16="http://schemas.microsoft.com/office/drawing/2014/main" id="{EA38A7F7-8620-E5AE-69C8-DE4E3A4BE1BE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 rot="3565536">
              <a:off x="1944502" y="213693"/>
              <a:ext cx="1979891" cy="2101923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4" name="Shape68">
              <a:extLst>
                <a:ext uri="{FF2B5EF4-FFF2-40B4-BE49-F238E27FC236}">
                  <a16:creationId xmlns:a16="http://schemas.microsoft.com/office/drawing/2014/main" id="{F523CE7A-98B0-5C37-7D6C-1C68B4E3D4A9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-891911" y="1442376"/>
              <a:ext cx="5181917" cy="5079311"/>
            </a:xfrm>
            <a:custGeom>
              <a:avLst/>
              <a:gdLst>
                <a:gd name="connsiteX0" fmla="*/ 2709650 w 5181917"/>
                <a:gd name="connsiteY0" fmla="*/ 490 h 5079311"/>
                <a:gd name="connsiteX1" fmla="*/ 4778076 w 5181917"/>
                <a:gd name="connsiteY1" fmla="*/ 751809 h 5079311"/>
                <a:gd name="connsiteX2" fmla="*/ 3924749 w 5181917"/>
                <a:gd name="connsiteY2" fmla="*/ 4745724 h 5079311"/>
                <a:gd name="connsiteX3" fmla="*/ 910197 w 5181917"/>
                <a:gd name="connsiteY3" fmla="*/ 3908124 h 5079311"/>
                <a:gd name="connsiteX4" fmla="*/ 493854 w 5181917"/>
                <a:gd name="connsiteY4" fmla="*/ 703930 h 5079311"/>
                <a:gd name="connsiteX5" fmla="*/ 2709650 w 5181917"/>
                <a:gd name="connsiteY5" fmla="*/ 490 h 5079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81917" h="5079311">
                  <a:moveTo>
                    <a:pt x="2709650" y="490"/>
                  </a:moveTo>
                  <a:cubicBezTo>
                    <a:pt x="3538247" y="-12101"/>
                    <a:pt x="4342281" y="217767"/>
                    <a:pt x="4778076" y="751809"/>
                  </a:cubicBezTo>
                  <a:cubicBezTo>
                    <a:pt x="5649667" y="1819894"/>
                    <a:pt x="4992834" y="3874133"/>
                    <a:pt x="3924749" y="4745724"/>
                  </a:cubicBezTo>
                  <a:cubicBezTo>
                    <a:pt x="2856665" y="5617315"/>
                    <a:pt x="1482013" y="4581757"/>
                    <a:pt x="910197" y="3908124"/>
                  </a:cubicBezTo>
                  <a:cubicBezTo>
                    <a:pt x="338381" y="3234491"/>
                    <a:pt x="-574231" y="1575521"/>
                    <a:pt x="493854" y="703930"/>
                  </a:cubicBezTo>
                  <a:cubicBezTo>
                    <a:pt x="1027897" y="268133"/>
                    <a:pt x="1881054" y="13083"/>
                    <a:pt x="2709650" y="490"/>
                  </a:cubicBezTo>
                  <a:close/>
                </a:path>
              </a:pathLst>
            </a:custGeom>
            <a:blipFill>
              <a:blip r:embed="rId43"/>
              <a:stretch>
                <a:fillRect l="-23280" t="-118" r="-23280" b="-118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 b="0" i="0" u="none" strike="noStrike" dirty="0">
                <a:solidFill>
                  <a:schemeClr val="tx1"/>
                </a:solidFill>
                <a:effectLst/>
                <a:latin typeface="Play"/>
              </a:endParaRPr>
            </a:p>
          </p:txBody>
        </p:sp>
      </p:grpSp>
      <p:grpSp>
        <p:nvGrpSpPr>
          <p:cNvPr id="55" name="Shape70"/>
          <p:cNvGrpSpPr/>
          <p:nvPr>
            <p:custDataLst>
              <p:tags r:id="rId2"/>
            </p:custDataLst>
          </p:nvPr>
        </p:nvGrpSpPr>
        <p:grpSpPr>
          <a:xfrm>
            <a:off x="5267325" y="2111189"/>
            <a:ext cx="504000" cy="468001"/>
            <a:chOff x="4632325" y="1476189"/>
            <a:chExt cx="504000" cy="468001"/>
          </a:xfrm>
        </p:grpSpPr>
        <p:sp>
          <p:nvSpPr>
            <p:cNvPr id="56" name="Shape10">
              <a:extLst>
                <a:ext uri="{FF2B5EF4-FFF2-40B4-BE49-F238E27FC236}">
                  <a16:creationId xmlns:a16="http://schemas.microsoft.com/office/drawing/2014/main" id="{11E118FE-174D-3BA1-BA93-7A5F35C5239C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 rot="14067739">
              <a:off x="4628913" y="1481573"/>
              <a:ext cx="466029" cy="45920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7" name="Shape12">
              <a:extLst>
                <a:ext uri="{FF2B5EF4-FFF2-40B4-BE49-F238E27FC236}">
                  <a16:creationId xmlns:a16="http://schemas.microsoft.com/office/drawing/2014/main" id="{80763FBC-F699-FFD7-A6E8-F17B3FC62DCB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 rot="15486682">
              <a:off x="4681619" y="1459768"/>
              <a:ext cx="438285" cy="471127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58" name="Shape14"/>
            <p:cNvPicPr/>
            <p:nvPr>
              <p:custDataLst>
                <p:tags r:id="rId39"/>
              </p:custDataLst>
            </p:nvPr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4774530" y="1565743"/>
              <a:ext cx="229355" cy="287914"/>
            </a:xfrm>
            <a:prstGeom prst="rect">
              <a:avLst/>
            </a:prstGeom>
          </p:spPr>
        </p:pic>
      </p:grpSp>
      <p:sp>
        <p:nvSpPr>
          <p:cNvPr id="59" name="Shape16"/>
          <p:cNvSpPr/>
          <p:nvPr>
            <p:custDataLst>
              <p:tags r:id="rId3"/>
            </p:custDataLst>
          </p:nvPr>
        </p:nvSpPr>
        <p:spPr>
          <a:xfrm>
            <a:off x="6023325" y="2160480"/>
            <a:ext cx="1648270" cy="3694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400" b="1">
                <a:solidFill>
                  <a:srgbClr val="000000"/>
                </a:solidFill>
                <a:latin typeface="+mn-lt"/>
              </a:rPr>
              <a:t>Contact Us:</a:t>
            </a:r>
          </a:p>
        </p:txBody>
      </p:sp>
      <p:grpSp>
        <p:nvGrpSpPr>
          <p:cNvPr id="60" name="Shape71"/>
          <p:cNvGrpSpPr/>
          <p:nvPr>
            <p:custDataLst>
              <p:tags r:id="rId4"/>
            </p:custDataLst>
          </p:nvPr>
        </p:nvGrpSpPr>
        <p:grpSpPr>
          <a:xfrm>
            <a:off x="6023325" y="2795189"/>
            <a:ext cx="198382" cy="191571"/>
            <a:chOff x="5388325" y="2160189"/>
            <a:chExt cx="198382" cy="191571"/>
          </a:xfrm>
        </p:grpSpPr>
        <p:sp>
          <p:nvSpPr>
            <p:cNvPr id="61" name="Shape18">
              <a:extLst>
                <a:ext uri="{FF2B5EF4-FFF2-40B4-BE49-F238E27FC236}">
                  <a16:creationId xmlns:a16="http://schemas.microsoft.com/office/drawing/2014/main" id="{4ACFAD40-0CB0-F9E3-346A-46EA0AACA500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 rot="14067739">
              <a:off x="5385907" y="2173906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 dirty="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2" name="Shape20">
              <a:extLst>
                <a:ext uri="{FF2B5EF4-FFF2-40B4-BE49-F238E27FC236}">
                  <a16:creationId xmlns:a16="http://schemas.microsoft.com/office/drawing/2014/main" id="{1B731932-45A2-6DE0-2262-81EF5DC44935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 rot="15486682">
              <a:off x="5411942" y="2154964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63" name="Shape22"/>
          <p:cNvSpPr/>
          <p:nvPr>
            <p:custDataLst>
              <p:tags r:id="rId5"/>
            </p:custDataLst>
          </p:nvPr>
        </p:nvSpPr>
        <p:spPr>
          <a:xfrm>
            <a:off x="6365707" y="2713962"/>
            <a:ext cx="1479915" cy="3540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300">
                <a:solidFill>
                  <a:srgbClr val="000000"/>
                </a:solidFill>
                <a:latin typeface="+mn-lt"/>
              </a:rPr>
              <a:t>Thank You!</a:t>
            </a:r>
          </a:p>
        </p:txBody>
      </p:sp>
      <p:grpSp>
        <p:nvGrpSpPr>
          <p:cNvPr id="64" name="Shape72"/>
          <p:cNvGrpSpPr/>
          <p:nvPr>
            <p:custDataLst>
              <p:tags r:id="rId6"/>
            </p:custDataLst>
          </p:nvPr>
        </p:nvGrpSpPr>
        <p:grpSpPr>
          <a:xfrm>
            <a:off x="6023325" y="3293214"/>
            <a:ext cx="198382" cy="191571"/>
            <a:chOff x="5388325" y="2658214"/>
            <a:chExt cx="198382" cy="191571"/>
          </a:xfrm>
        </p:grpSpPr>
        <p:sp>
          <p:nvSpPr>
            <p:cNvPr id="65" name="Shape24">
              <a:extLst>
                <a:ext uri="{FF2B5EF4-FFF2-40B4-BE49-F238E27FC236}">
                  <a16:creationId xmlns:a16="http://schemas.microsoft.com/office/drawing/2014/main" id="{4ACFAD40-0CB0-F9E3-346A-46EA0AACA500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 rot="14067739">
              <a:off x="5385907" y="2671931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6" name="Shape26">
              <a:extLst>
                <a:ext uri="{FF2B5EF4-FFF2-40B4-BE49-F238E27FC236}">
                  <a16:creationId xmlns:a16="http://schemas.microsoft.com/office/drawing/2014/main" id="{1B731932-45A2-6DE0-2262-81EF5DC44935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 rot="15486682">
              <a:off x="5411942" y="2652990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67" name="Shape28"/>
          <p:cNvSpPr/>
          <p:nvPr>
            <p:custDataLst>
              <p:tags r:id="rId7"/>
            </p:custDataLst>
          </p:nvPr>
        </p:nvSpPr>
        <p:spPr>
          <a:xfrm>
            <a:off x="6365708" y="3211987"/>
            <a:ext cx="4915948" cy="3540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300">
                <a:solidFill>
                  <a:srgbClr val="000000"/>
                </a:solidFill>
                <a:latin typeface="+mn-lt"/>
              </a:rPr>
              <a:t>email: musazapatrick369@gmail.com</a:t>
            </a:r>
          </a:p>
        </p:txBody>
      </p:sp>
      <p:grpSp>
        <p:nvGrpSpPr>
          <p:cNvPr id="68" name="Shape73"/>
          <p:cNvGrpSpPr/>
          <p:nvPr>
            <p:custDataLst>
              <p:tags r:id="rId8"/>
            </p:custDataLst>
          </p:nvPr>
        </p:nvGrpSpPr>
        <p:grpSpPr>
          <a:xfrm>
            <a:off x="6023325" y="3791240"/>
            <a:ext cx="198382" cy="191572"/>
            <a:chOff x="5388325" y="3156240"/>
            <a:chExt cx="198382" cy="191572"/>
          </a:xfrm>
        </p:grpSpPr>
        <p:sp>
          <p:nvSpPr>
            <p:cNvPr id="69" name="Shape30">
              <a:extLst>
                <a:ext uri="{FF2B5EF4-FFF2-40B4-BE49-F238E27FC236}">
                  <a16:creationId xmlns:a16="http://schemas.microsoft.com/office/drawing/2014/main" id="{4ACFAD40-0CB0-F9E3-346A-46EA0AACA500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 rot="14067739">
              <a:off x="5385907" y="3169957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0" name="Shape32">
              <a:extLst>
                <a:ext uri="{FF2B5EF4-FFF2-40B4-BE49-F238E27FC236}">
                  <a16:creationId xmlns:a16="http://schemas.microsoft.com/office/drawing/2014/main" id="{1B731932-45A2-6DE0-2262-81EF5DC44935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 rot="15486682">
              <a:off x="5411942" y="3151015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71" name="Shape34"/>
          <p:cNvSpPr/>
          <p:nvPr>
            <p:custDataLst>
              <p:tags r:id="rId9"/>
            </p:custDataLst>
          </p:nvPr>
        </p:nvSpPr>
        <p:spPr>
          <a:xfrm>
            <a:off x="6365707" y="3710013"/>
            <a:ext cx="3530632" cy="3540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300">
                <a:solidFill>
                  <a:srgbClr val="000000"/>
                </a:solidFill>
                <a:latin typeface="+mn-lt"/>
              </a:rPr>
              <a:t>Phone: +250) 798 219 444</a:t>
            </a:r>
          </a:p>
        </p:txBody>
      </p:sp>
      <p:grpSp>
        <p:nvGrpSpPr>
          <p:cNvPr id="72" name="Shape74"/>
          <p:cNvGrpSpPr/>
          <p:nvPr>
            <p:custDataLst>
              <p:tags r:id="rId10"/>
            </p:custDataLst>
          </p:nvPr>
        </p:nvGrpSpPr>
        <p:grpSpPr>
          <a:xfrm>
            <a:off x="6023325" y="4289265"/>
            <a:ext cx="198382" cy="191572"/>
            <a:chOff x="5388325" y="3654265"/>
            <a:chExt cx="198382" cy="191572"/>
          </a:xfrm>
        </p:grpSpPr>
        <p:sp>
          <p:nvSpPr>
            <p:cNvPr id="73" name="Shape36">
              <a:extLst>
                <a:ext uri="{FF2B5EF4-FFF2-40B4-BE49-F238E27FC236}">
                  <a16:creationId xmlns:a16="http://schemas.microsoft.com/office/drawing/2014/main" id="{4ACFAD40-0CB0-F9E3-346A-46EA0AACA500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 rot="14067739">
              <a:off x="5385907" y="3667982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4" name="Shape38">
              <a:extLst>
                <a:ext uri="{FF2B5EF4-FFF2-40B4-BE49-F238E27FC236}">
                  <a16:creationId xmlns:a16="http://schemas.microsoft.com/office/drawing/2014/main" id="{1B731932-45A2-6DE0-2262-81EF5DC44935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 rot="15486682">
              <a:off x="5411942" y="3649040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75" name="Shape40"/>
          <p:cNvSpPr/>
          <p:nvPr>
            <p:custDataLst>
              <p:tags r:id="rId11"/>
            </p:custDataLst>
          </p:nvPr>
        </p:nvSpPr>
        <p:spPr>
          <a:xfrm>
            <a:off x="6365708" y="4208038"/>
            <a:ext cx="3724640" cy="3540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300">
                <a:solidFill>
                  <a:srgbClr val="000000"/>
                </a:solidFill>
                <a:latin typeface="+mn-lt"/>
              </a:rPr>
              <a:t>Web: TransConnect Rwanda</a:t>
            </a:r>
          </a:p>
        </p:txBody>
      </p:sp>
      <p:grpSp>
        <p:nvGrpSpPr>
          <p:cNvPr id="76" name="Shape75"/>
          <p:cNvGrpSpPr/>
          <p:nvPr>
            <p:custDataLst>
              <p:tags r:id="rId12"/>
            </p:custDataLst>
          </p:nvPr>
        </p:nvGrpSpPr>
        <p:grpSpPr>
          <a:xfrm>
            <a:off x="6023325" y="4787291"/>
            <a:ext cx="198382" cy="191572"/>
            <a:chOff x="5388325" y="4152290"/>
            <a:chExt cx="198382" cy="191572"/>
          </a:xfrm>
        </p:grpSpPr>
        <p:sp>
          <p:nvSpPr>
            <p:cNvPr id="77" name="Shape42">
              <a:extLst>
                <a:ext uri="{FF2B5EF4-FFF2-40B4-BE49-F238E27FC236}">
                  <a16:creationId xmlns:a16="http://schemas.microsoft.com/office/drawing/2014/main" id="{4ACFAD40-0CB0-F9E3-346A-46EA0AACA500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 rot="14067739">
              <a:off x="5385907" y="4166008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8" name="Shape44">
              <a:extLst>
                <a:ext uri="{FF2B5EF4-FFF2-40B4-BE49-F238E27FC236}">
                  <a16:creationId xmlns:a16="http://schemas.microsoft.com/office/drawing/2014/main" id="{1B731932-45A2-6DE0-2262-81EF5DC44935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 rot="15486682">
              <a:off x="5411942" y="4147065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79" name="Shape46"/>
          <p:cNvSpPr/>
          <p:nvPr>
            <p:custDataLst>
              <p:tags r:id="rId13"/>
            </p:custDataLst>
          </p:nvPr>
        </p:nvSpPr>
        <p:spPr>
          <a:xfrm>
            <a:off x="6365708" y="4706064"/>
            <a:ext cx="3646075" cy="3540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300">
                <a:solidFill>
                  <a:srgbClr val="000000"/>
                </a:solidFill>
                <a:latin typeface="+mn-lt"/>
              </a:rPr>
              <a:t>App: TransConnect Rwanda</a:t>
            </a:r>
          </a:p>
        </p:txBody>
      </p:sp>
      <p:grpSp>
        <p:nvGrpSpPr>
          <p:cNvPr id="80" name="Shape76"/>
          <p:cNvGrpSpPr/>
          <p:nvPr>
            <p:custDataLst>
              <p:tags r:id="rId14"/>
            </p:custDataLst>
          </p:nvPr>
        </p:nvGrpSpPr>
        <p:grpSpPr>
          <a:xfrm>
            <a:off x="6023325" y="5285316"/>
            <a:ext cx="198382" cy="191572"/>
            <a:chOff x="5388325" y="4650316"/>
            <a:chExt cx="198382" cy="191572"/>
          </a:xfrm>
        </p:grpSpPr>
        <p:sp>
          <p:nvSpPr>
            <p:cNvPr id="81" name="Shape48">
              <a:extLst>
                <a:ext uri="{FF2B5EF4-FFF2-40B4-BE49-F238E27FC236}">
                  <a16:creationId xmlns:a16="http://schemas.microsoft.com/office/drawing/2014/main" id="{4ACFAD40-0CB0-F9E3-346A-46EA0AACA500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 rot="14067739">
              <a:off x="5385907" y="4664033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2" name="Shape50">
              <a:extLst>
                <a:ext uri="{FF2B5EF4-FFF2-40B4-BE49-F238E27FC236}">
                  <a16:creationId xmlns:a16="http://schemas.microsoft.com/office/drawing/2014/main" id="{1B731932-45A2-6DE0-2262-81EF5DC44935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 rot="15486682">
              <a:off x="5411942" y="4645091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83" name="Shape52"/>
          <p:cNvSpPr/>
          <p:nvPr>
            <p:custDataLst>
              <p:tags r:id="rId15"/>
            </p:custDataLst>
          </p:nvPr>
        </p:nvSpPr>
        <p:spPr>
          <a:xfrm>
            <a:off x="6365708" y="5204089"/>
            <a:ext cx="4388437" cy="3540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300">
                <a:solidFill>
                  <a:srgbClr val="000000"/>
                </a:solidFill>
                <a:latin typeface="+mn-lt"/>
              </a:rPr>
              <a:t>Facebook: TransConnect Rwanda</a:t>
            </a:r>
          </a:p>
        </p:txBody>
      </p:sp>
      <p:grpSp>
        <p:nvGrpSpPr>
          <p:cNvPr id="84" name="Shape77"/>
          <p:cNvGrpSpPr/>
          <p:nvPr>
            <p:custDataLst>
              <p:tags r:id="rId16"/>
            </p:custDataLst>
          </p:nvPr>
        </p:nvGrpSpPr>
        <p:grpSpPr>
          <a:xfrm>
            <a:off x="6023325" y="5783342"/>
            <a:ext cx="198382" cy="191572"/>
            <a:chOff x="5388325" y="5148341"/>
            <a:chExt cx="198382" cy="191572"/>
          </a:xfrm>
        </p:grpSpPr>
        <p:sp>
          <p:nvSpPr>
            <p:cNvPr id="85" name="Shape54">
              <a:extLst>
                <a:ext uri="{FF2B5EF4-FFF2-40B4-BE49-F238E27FC236}">
                  <a16:creationId xmlns:a16="http://schemas.microsoft.com/office/drawing/2014/main" id="{4ACFAD40-0CB0-F9E3-346A-46EA0AACA500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 rot="14067739">
              <a:off x="5385907" y="5162059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6" name="Shape56">
              <a:extLst>
                <a:ext uri="{FF2B5EF4-FFF2-40B4-BE49-F238E27FC236}">
                  <a16:creationId xmlns:a16="http://schemas.microsoft.com/office/drawing/2014/main" id="{1B731932-45A2-6DE0-2262-81EF5DC44935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 rot="15486682">
              <a:off x="5411942" y="5143116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87" name="Shape58"/>
          <p:cNvSpPr/>
          <p:nvPr>
            <p:custDataLst>
              <p:tags r:id="rId17"/>
            </p:custDataLst>
          </p:nvPr>
        </p:nvSpPr>
        <p:spPr>
          <a:xfrm>
            <a:off x="6365708" y="5702115"/>
            <a:ext cx="3288522" cy="3540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300">
                <a:solidFill>
                  <a:srgbClr val="000000"/>
                </a:solidFill>
                <a:latin typeface="+mn-lt"/>
              </a:rPr>
              <a:t>X: TransConnect Rwanda</a:t>
            </a:r>
          </a:p>
        </p:txBody>
      </p:sp>
      <p:grpSp>
        <p:nvGrpSpPr>
          <p:cNvPr id="88" name="Shape78"/>
          <p:cNvGrpSpPr/>
          <p:nvPr>
            <p:custDataLst>
              <p:tags r:id="rId18"/>
            </p:custDataLst>
          </p:nvPr>
        </p:nvGrpSpPr>
        <p:grpSpPr>
          <a:xfrm>
            <a:off x="6023325" y="6281367"/>
            <a:ext cx="198382" cy="191572"/>
            <a:chOff x="5388325" y="5646367"/>
            <a:chExt cx="198382" cy="191572"/>
          </a:xfrm>
        </p:grpSpPr>
        <p:sp>
          <p:nvSpPr>
            <p:cNvPr id="89" name="Shape60">
              <a:extLst>
                <a:ext uri="{FF2B5EF4-FFF2-40B4-BE49-F238E27FC236}">
                  <a16:creationId xmlns:a16="http://schemas.microsoft.com/office/drawing/2014/main" id="{4ACFAD40-0CB0-F9E3-346A-46EA0AACA500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 rot="14067739">
              <a:off x="5385907" y="5660084"/>
              <a:ext cx="180273" cy="175435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90" name="Shape62">
              <a:extLst>
                <a:ext uri="{FF2B5EF4-FFF2-40B4-BE49-F238E27FC236}">
                  <a16:creationId xmlns:a16="http://schemas.microsoft.com/office/drawing/2014/main" id="{1B731932-45A2-6DE0-2262-81EF5DC44935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 rot="15486682">
              <a:off x="5411942" y="5641142"/>
              <a:ext cx="169541" cy="179991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91" name="Shape64"/>
          <p:cNvSpPr/>
          <p:nvPr>
            <p:custDataLst>
              <p:tags r:id="rId19"/>
            </p:custDataLst>
          </p:nvPr>
        </p:nvSpPr>
        <p:spPr>
          <a:xfrm>
            <a:off x="6365708" y="6200140"/>
            <a:ext cx="4471813" cy="3540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300">
                <a:solidFill>
                  <a:srgbClr val="000000"/>
                </a:solidFill>
                <a:latin typeface="+mn-lt"/>
              </a:rPr>
              <a:t>Instagram: TransConnect Rwanda</a:t>
            </a:r>
          </a:p>
        </p:txBody>
      </p:sp>
      <p:sp>
        <p:nvSpPr>
          <p:cNvPr id="4" name="Shape79">
            <a:extLst>
              <a:ext uri="{FF2B5EF4-FFF2-40B4-BE49-F238E27FC236}">
                <a16:creationId xmlns:a16="http://schemas.microsoft.com/office/drawing/2014/main" id="{D85786B7-5E06-1DBA-F9BA-F0854B6A6F40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5267324" y="840092"/>
            <a:ext cx="3577326" cy="6333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800" b="1" dirty="0">
                <a:solidFill>
                  <a:srgbClr val="000000"/>
                </a:solidFill>
                <a:latin typeface="+mn-lt"/>
              </a:rPr>
              <a:t>Our Platforms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Shape25"/>
          <p:cNvGrpSpPr/>
          <p:nvPr>
            <p:custDataLst>
              <p:tags r:id="rId1"/>
            </p:custDataLst>
          </p:nvPr>
        </p:nvGrpSpPr>
        <p:grpSpPr>
          <a:xfrm>
            <a:off x="6848094" y="2447341"/>
            <a:ext cx="5228968" cy="6722406"/>
            <a:chOff x="6213093" y="1812341"/>
            <a:chExt cx="5228968" cy="6722406"/>
          </a:xfrm>
        </p:grpSpPr>
        <p:sp>
          <p:nvSpPr>
            <p:cNvPr id="33" name="Shape20">
              <a:extLst>
                <a:ext uri="{FF2B5EF4-FFF2-40B4-BE49-F238E27FC236}">
                  <a16:creationId xmlns:a16="http://schemas.microsoft.com/office/drawing/2014/main" id="{A6D5E7AB-F869-4ED8-9226-8EC7B79A12E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rot="10513324">
              <a:off x="9145882" y="3401588"/>
              <a:ext cx="1638263" cy="1739239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Shape22">
              <a:extLst>
                <a:ext uri="{FF2B5EF4-FFF2-40B4-BE49-F238E27FC236}">
                  <a16:creationId xmlns:a16="http://schemas.microsoft.com/office/drawing/2014/main" id="{24D3FD47-0547-46A6-BC9A-8D6144F7F863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 rot="3211484">
              <a:off x="6364883" y="3457569"/>
              <a:ext cx="4925389" cy="5228969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40000"/>
              </a:srgbClr>
            </a:solidFill>
            <a:ln>
              <a:noFill/>
            </a:ln>
            <a:effectLst>
              <a:softEdge rad="635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Shape24">
              <a:extLst>
                <a:ext uri="{FF2B5EF4-FFF2-40B4-BE49-F238E27FC236}">
                  <a16:creationId xmlns:a16="http://schemas.microsoft.com/office/drawing/2014/main" id="{5595591F-04B2-4E45-BA62-53DBB2D0CE2B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rot="10513324">
              <a:off x="8862726" y="1812341"/>
              <a:ext cx="827548" cy="878555"/>
            </a:xfrm>
            <a:custGeom>
              <a:avLst/>
              <a:gdLst>
                <a:gd name="connsiteX0" fmla="*/ 366 w 3018774"/>
                <a:gd name="connsiteY0" fmla="*/ 1660124 h 3204838"/>
                <a:gd name="connsiteX1" fmla="*/ 1030176 w 3018774"/>
                <a:gd name="connsiteY1" fmla="*/ 0 h 3204838"/>
                <a:gd name="connsiteX2" fmla="*/ 3018774 w 3018774"/>
                <a:gd name="connsiteY2" fmla="*/ 1660124 h 3204838"/>
                <a:gd name="connsiteX3" fmla="*/ 1092320 w 3018774"/>
                <a:gd name="connsiteY3" fmla="*/ 3204838 h 3204838"/>
                <a:gd name="connsiteX4" fmla="*/ 366 w 3018774"/>
                <a:gd name="connsiteY4" fmla="*/ 1660124 h 320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774" h="3204838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22" name="Shape26"/>
          <p:cNvGrpSpPr/>
          <p:nvPr>
            <p:custDataLst>
              <p:tags r:id="rId2"/>
            </p:custDataLst>
          </p:nvPr>
        </p:nvGrpSpPr>
        <p:grpSpPr>
          <a:xfrm>
            <a:off x="931137" y="3142116"/>
            <a:ext cx="396478" cy="372770"/>
            <a:chOff x="296137" y="2507116"/>
            <a:chExt cx="396478" cy="372770"/>
          </a:xfrm>
        </p:grpSpPr>
        <p:sp>
          <p:nvSpPr>
            <p:cNvPr id="23" name="Shape4">
              <a:extLst>
                <a:ext uri="{FF2B5EF4-FFF2-40B4-BE49-F238E27FC236}">
                  <a16:creationId xmlns:a16="http://schemas.microsoft.com/office/drawing/2014/main" id="{6C9D0C5F-E3CD-4D63-98EB-0F22CA2661F5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4067739">
              <a:off x="291157" y="2513667"/>
              <a:ext cx="371200" cy="361239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4" name="Shape6">
              <a:extLst>
                <a:ext uri="{FF2B5EF4-FFF2-40B4-BE49-F238E27FC236}">
                  <a16:creationId xmlns:a16="http://schemas.microsoft.com/office/drawing/2014/main" id="{94474F72-AE6C-40DA-B1BC-B06554F143EF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 rot="15486682">
              <a:off x="332755" y="2496358"/>
              <a:ext cx="349102" cy="370618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25" name="Shape8"/>
            <p:cNvPicPr/>
            <p:nvPr>
              <p:custDataLst>
                <p:tags r:id="rId14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414648" y="2578447"/>
              <a:ext cx="167138" cy="229329"/>
            </a:xfrm>
            <a:prstGeom prst="rect">
              <a:avLst/>
            </a:prstGeom>
          </p:spPr>
        </p:pic>
      </p:grpSp>
      <p:sp>
        <p:nvSpPr>
          <p:cNvPr id="26" name="Shape10"/>
          <p:cNvSpPr/>
          <p:nvPr>
            <p:custDataLst>
              <p:tags r:id="rId3"/>
            </p:custDataLst>
          </p:nvPr>
        </p:nvSpPr>
        <p:spPr>
          <a:xfrm>
            <a:off x="1579615" y="3143792"/>
            <a:ext cx="3756708" cy="11082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400" dirty="0">
                <a:solidFill>
                  <a:srgbClr val="000000"/>
                </a:solidFill>
                <a:latin typeface="+mn-lt"/>
              </a:rPr>
              <a:t>Together, we can make 
commuting smarter, safer, 
and more efficient</a:t>
            </a:r>
          </a:p>
        </p:txBody>
      </p:sp>
      <p:grpSp>
        <p:nvGrpSpPr>
          <p:cNvPr id="27" name="Shape27"/>
          <p:cNvGrpSpPr/>
          <p:nvPr>
            <p:custDataLst>
              <p:tags r:id="rId4"/>
            </p:custDataLst>
          </p:nvPr>
        </p:nvGrpSpPr>
        <p:grpSpPr>
          <a:xfrm>
            <a:off x="931137" y="4540045"/>
            <a:ext cx="396478" cy="372770"/>
            <a:chOff x="296137" y="3905045"/>
            <a:chExt cx="396478" cy="372770"/>
          </a:xfrm>
        </p:grpSpPr>
        <p:sp>
          <p:nvSpPr>
            <p:cNvPr id="28" name="Shape12">
              <a:extLst>
                <a:ext uri="{FF2B5EF4-FFF2-40B4-BE49-F238E27FC236}">
                  <a16:creationId xmlns:a16="http://schemas.microsoft.com/office/drawing/2014/main" id="{6C9D0C5F-E3CD-4D63-98EB-0F22CA2661F5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 rot="14067739">
              <a:off x="291156" y="3911595"/>
              <a:ext cx="371200" cy="361239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solidFill>
              <a:srgbClr val="6495ED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9" name="Shape14">
              <a:extLst>
                <a:ext uri="{FF2B5EF4-FFF2-40B4-BE49-F238E27FC236}">
                  <a16:creationId xmlns:a16="http://schemas.microsoft.com/office/drawing/2014/main" id="{94474F72-AE6C-40DA-B1BC-B06554F143EF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 rot="15486682">
              <a:off x="332755" y="3894286"/>
              <a:ext cx="349102" cy="370618"/>
            </a:xfrm>
            <a:custGeom>
              <a:avLst/>
              <a:gdLst/>
              <a:ahLst/>
              <a:cxnLst/>
              <a:rect l="l" t="t" r="r" b="b"/>
              <a:pathLst>
                <a:path w="3018774" h="3204838" extrusionOk="0">
                  <a:moveTo>
                    <a:pt x="366" y="1660124"/>
                  </a:moveTo>
                  <a:cubicBezTo>
                    <a:pt x="-9991" y="1125984"/>
                    <a:pt x="196666" y="0"/>
                    <a:pt x="1030176" y="0"/>
                  </a:cubicBezTo>
                  <a:cubicBezTo>
                    <a:pt x="1863686" y="0"/>
                    <a:pt x="3018774" y="826614"/>
                    <a:pt x="3018774" y="1660124"/>
                  </a:cubicBezTo>
                  <a:cubicBezTo>
                    <a:pt x="3018774" y="2493634"/>
                    <a:pt x="1925830" y="3204838"/>
                    <a:pt x="1092320" y="3204838"/>
                  </a:cubicBezTo>
                  <a:cubicBezTo>
                    <a:pt x="258810" y="3204838"/>
                    <a:pt x="10723" y="2194264"/>
                    <a:pt x="366" y="1660124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495E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30" name="Shape16"/>
            <p:cNvPicPr/>
            <p:nvPr>
              <p:custDataLst>
                <p:tags r:id="rId11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383552" y="3976376"/>
              <a:ext cx="229328" cy="229328"/>
            </a:xfrm>
            <a:prstGeom prst="rect">
              <a:avLst/>
            </a:prstGeom>
          </p:spPr>
        </p:pic>
      </p:grpSp>
      <p:sp>
        <p:nvSpPr>
          <p:cNvPr id="31" name="Shape18"/>
          <p:cNvSpPr/>
          <p:nvPr>
            <p:custDataLst>
              <p:tags r:id="rId5"/>
            </p:custDataLst>
          </p:nvPr>
        </p:nvSpPr>
        <p:spPr>
          <a:xfrm>
            <a:off x="1579616" y="4541721"/>
            <a:ext cx="1544050" cy="3694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solidFill>
                  <a:srgbClr val="000000"/>
                </a:solidFill>
                <a:latin typeface="+mn-lt"/>
              </a:rPr>
              <a:t>Thank You!</a:t>
            </a:r>
          </a:p>
        </p:txBody>
      </p:sp>
      <p:grpSp>
        <p:nvGrpSpPr>
          <p:cNvPr id="20" name="Shape2"/>
          <p:cNvGrpSpPr/>
          <p:nvPr>
            <p:custDataLst>
              <p:tags r:id="rId6"/>
            </p:custDataLst>
          </p:nvPr>
        </p:nvGrpSpPr>
        <p:grpSpPr>
          <a:xfrm>
            <a:off x="923587" y="2760122"/>
            <a:ext cx="1620000" cy="36000"/>
            <a:chOff x="4983480" y="2545080"/>
            <a:chExt cx="1620000" cy="36000"/>
          </a:xfrm>
        </p:grpSpPr>
        <p:sp>
          <p:nvSpPr>
            <p:cNvPr id="21" name="Shape28">
              <a:extLst>
                <a:ext uri="{FF2B5EF4-FFF2-40B4-BE49-F238E27FC236}">
                  <a16:creationId xmlns:a16="http://schemas.microsoft.com/office/drawing/2014/main" id="{C5F9E326-D271-52C4-6F24-1F299F4C1D05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4983480" y="2545080"/>
              <a:ext cx="1620000" cy="36000"/>
            </a:xfrm>
            <a:prstGeom prst="rect">
              <a:avLst/>
            </a:prstGeom>
            <a:solidFill>
              <a:srgbClr val="6495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Play"/>
                  <a:ea typeface="+mn-ea"/>
                  <a:cs typeface="+mn-cs"/>
                </a:defRPr>
              </a:lvl9pPr>
            </a:lstStyle>
            <a:p>
              <a:pPr algn="ctr"/>
              <a:endParaRPr lang="ru-RU" sz="200">
                <a:solidFill>
                  <a:srgbClr val="000000"/>
                </a:solidFill>
                <a:latin typeface="Play"/>
              </a:endParaRPr>
            </a:p>
          </p:txBody>
        </p:sp>
      </p:grpSp>
      <p:sp>
        <p:nvSpPr>
          <p:cNvPr id="19" name="Shape29">
            <a:extLst>
              <a:ext uri="{FF2B5EF4-FFF2-40B4-BE49-F238E27FC236}">
                <a16:creationId xmlns:a16="http://schemas.microsoft.com/office/drawing/2014/main" id="{A79BADD9-976F-47AC-B132-3188808C7B1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31137" y="1184793"/>
            <a:ext cx="5093922" cy="8514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rgbClr val="000000"/>
                </a:solidFill>
                <a:latin typeface="+mn-lt"/>
              </a:rPr>
              <a:t>Join Us in Revolutionizing 
Transport in Rwanda!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7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9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9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7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7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9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7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9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46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47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39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48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41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49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43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50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45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6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30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3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30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3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30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31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7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8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37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3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4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5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3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4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7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9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37</TotalTime>
  <Words>545</Words>
  <Application>Microsoft Office PowerPoint</Application>
  <PresentationFormat>Widescreen</PresentationFormat>
  <Paragraphs>104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MUSAZA</dc:creator>
  <cp:lastModifiedBy>PATRICK MUSAZA</cp:lastModifiedBy>
  <cp:revision>17</cp:revision>
  <dcterms:created xsi:type="dcterms:W3CDTF">2024-12-27T11:41:46Z</dcterms:created>
  <dcterms:modified xsi:type="dcterms:W3CDTF">2024-12-27T12:35:47Z</dcterms:modified>
</cp:coreProperties>
</file>